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ar-M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053" autoAdjust="0"/>
    <p:restoredTop sz="94660"/>
  </p:normalViewPr>
  <p:slideViewPr>
    <p:cSldViewPr snapToGrid="0">
      <p:cViewPr varScale="1">
        <p:scale>
          <a:sx n="44" d="100"/>
          <a:sy n="44" d="100"/>
        </p:scale>
        <p:origin x="78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ar-M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ar-M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2357-B52C-4917-9B29-234941ADA348}" type="datetimeFigureOut">
              <a:rPr lang="ar-MA" smtClean="0"/>
              <a:t>15-12-1447</a:t>
            </a:fld>
            <a:endParaRPr lang="ar-M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29318-530D-4EE2-8EBF-273BFA735098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617144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ar-M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ar-M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2357-B52C-4917-9B29-234941ADA348}" type="datetimeFigureOut">
              <a:rPr lang="ar-MA" smtClean="0"/>
              <a:t>15-12-1447</a:t>
            </a:fld>
            <a:endParaRPr lang="ar-M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29318-530D-4EE2-8EBF-273BFA735098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2250056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ar-M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2357-B52C-4917-9B29-234941ADA348}" type="datetimeFigureOut">
              <a:rPr lang="ar-MA" smtClean="0"/>
              <a:t>15-12-1447</a:t>
            </a:fld>
            <a:endParaRPr lang="ar-M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29318-530D-4EE2-8EBF-273BFA735098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3372451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ar-M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ar-M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ar-M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2357-B52C-4917-9B29-234941ADA348}" type="datetimeFigureOut">
              <a:rPr lang="ar-MA" smtClean="0"/>
              <a:t>15-12-1447</a:t>
            </a:fld>
            <a:endParaRPr lang="ar-M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29318-530D-4EE2-8EBF-273BFA735098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68363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ar-M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ar-M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ar-M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2357-B52C-4917-9B29-234941ADA348}" type="datetimeFigureOut">
              <a:rPr lang="ar-MA" smtClean="0"/>
              <a:t>15-12-1447</a:t>
            </a:fld>
            <a:endParaRPr lang="ar-M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29318-530D-4EE2-8EBF-273BFA735098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845985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ar-M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2357-B52C-4917-9B29-234941ADA348}" type="datetimeFigureOut">
              <a:rPr lang="ar-MA" smtClean="0"/>
              <a:t>15-12-1447</a:t>
            </a:fld>
            <a:endParaRPr lang="ar-M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29318-530D-4EE2-8EBF-273BFA735098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030587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2357-B52C-4917-9B29-234941ADA348}" type="datetimeFigureOut">
              <a:rPr lang="ar-MA" smtClean="0"/>
              <a:t>15-12-1447</a:t>
            </a:fld>
            <a:endParaRPr lang="ar-M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29318-530D-4EE2-8EBF-273BFA735098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826358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ar-M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ar-M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2357-B52C-4917-9B29-234941ADA348}" type="datetimeFigureOut">
              <a:rPr lang="ar-MA" smtClean="0"/>
              <a:t>15-12-1447</a:t>
            </a:fld>
            <a:endParaRPr lang="ar-M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29318-530D-4EE2-8EBF-273BFA735098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4084924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ar-M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M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2357-B52C-4917-9B29-234941ADA348}" type="datetimeFigureOut">
              <a:rPr lang="ar-MA" smtClean="0"/>
              <a:t>15-12-1447</a:t>
            </a:fld>
            <a:endParaRPr lang="ar-M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29318-530D-4EE2-8EBF-273BFA735098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113070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ar-M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ar-M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2357-B52C-4917-9B29-234941ADA348}" type="datetimeFigureOut">
              <a:rPr lang="ar-MA" smtClean="0"/>
              <a:t>15-12-1447</a:t>
            </a:fld>
            <a:endParaRPr lang="ar-M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29318-530D-4EE2-8EBF-273BFA735098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26810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ar-M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ar-M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52357-B52C-4917-9B29-234941ADA348}" type="datetimeFigureOut">
              <a:rPr lang="ar-MA" smtClean="0"/>
              <a:t>15-12-1447</a:t>
            </a:fld>
            <a:endParaRPr lang="ar-M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M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29318-530D-4EE2-8EBF-273BFA735098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322806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fr-FR" smtClean="0"/>
              <a:t>Modifiez le style du titre</a:t>
            </a:r>
            <a:endParaRPr lang="ar-M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ar-M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452357-B52C-4917-9B29-234941ADA348}" type="datetimeFigureOut">
              <a:rPr lang="ar-MA" smtClean="0"/>
              <a:t>15-12-1447</a:t>
            </a:fld>
            <a:endParaRPr lang="ar-M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M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29318-530D-4EE2-8EBF-273BFA735098}" type="slidenum">
              <a:rPr lang="ar-MA" smtClean="0"/>
              <a:t>‹N°›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62985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M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6857999"/>
          </a:xfrm>
        </p:spPr>
        <p:txBody>
          <a:bodyPr>
            <a:normAutofit/>
          </a:bodyPr>
          <a:lstStyle/>
          <a:p>
            <a:r>
              <a:rPr lang="fr-FR" sz="800" dirty="0"/>
              <a:t>table {</a:t>
            </a:r>
            <a:r>
              <a:rPr lang="fr-FR" sz="1600" dirty="0"/>
              <a:t/>
            </a:r>
            <a:br>
              <a:rPr lang="fr-FR" sz="1600" dirty="0"/>
            </a:br>
            <a:r>
              <a:rPr lang="fr-FR" sz="1600" dirty="0"/>
              <a:t>            </a:t>
            </a:r>
            <a:r>
              <a:rPr lang="fr-FR" sz="1600" dirty="0" err="1"/>
              <a:t>width</a:t>
            </a:r>
            <a:r>
              <a:rPr lang="fr-FR" sz="1600" dirty="0"/>
              <a:t>: 50%;</a:t>
            </a:r>
            <a:br>
              <a:rPr lang="fr-FR" sz="1600" dirty="0"/>
            </a:br>
            <a:r>
              <a:rPr lang="fr-FR" sz="1600" dirty="0"/>
              <a:t>            border-collapse: collapse; /* </a:t>
            </a:r>
            <a:r>
              <a:rPr lang="ar-MA" sz="1600" dirty="0"/>
              <a:t>دمج الحدود */</a:t>
            </a:r>
            <a:br>
              <a:rPr lang="ar-MA" sz="1600" dirty="0"/>
            </a:br>
            <a:r>
              <a:rPr lang="ar-MA" sz="1600" dirty="0"/>
              <a:t>            </a:t>
            </a:r>
            <a:r>
              <a:rPr lang="fr-FR" sz="1600" dirty="0" err="1"/>
              <a:t>margin</a:t>
            </a:r>
            <a:r>
              <a:rPr lang="fr-FR" sz="1600" dirty="0"/>
              <a:t>-top: 10px;</a:t>
            </a:r>
            <a:br>
              <a:rPr lang="fr-FR" sz="1600" dirty="0"/>
            </a:br>
            <a:r>
              <a:rPr lang="fr-FR" sz="1600" dirty="0"/>
              <a:t>        }</a:t>
            </a:r>
            <a:br>
              <a:rPr lang="fr-FR" sz="1600" dirty="0"/>
            </a:br>
            <a:r>
              <a:rPr lang="fr-FR" sz="1600" dirty="0"/>
              <a:t>        th, td {</a:t>
            </a:r>
            <a:br>
              <a:rPr lang="fr-FR" sz="1600" dirty="0"/>
            </a:br>
            <a:r>
              <a:rPr lang="fr-FR" sz="1600" dirty="0"/>
              <a:t>            border: 1px </a:t>
            </a:r>
            <a:r>
              <a:rPr lang="fr-FR" sz="1600" dirty="0" err="1"/>
              <a:t>solid</a:t>
            </a:r>
            <a:r>
              <a:rPr lang="fr-FR" sz="1600" dirty="0"/>
              <a:t> #faa404;</a:t>
            </a:r>
            <a:br>
              <a:rPr lang="fr-FR" sz="1600" dirty="0"/>
            </a:br>
            <a:r>
              <a:rPr lang="fr-FR" sz="1600" dirty="0"/>
              <a:t>            </a:t>
            </a:r>
            <a:r>
              <a:rPr lang="fr-FR" sz="1600" dirty="0" err="1"/>
              <a:t>padding</a:t>
            </a:r>
            <a:r>
              <a:rPr lang="fr-FR" sz="1600" dirty="0"/>
              <a:t>: 8px;</a:t>
            </a:r>
            <a:br>
              <a:rPr lang="fr-FR" sz="1600" dirty="0"/>
            </a:br>
            <a:r>
              <a:rPr lang="fr-FR" sz="1600" dirty="0"/>
              <a:t>            </a:t>
            </a:r>
            <a:r>
              <a:rPr lang="fr-FR" sz="1600" dirty="0" err="1"/>
              <a:t>margin</a:t>
            </a:r>
            <a:r>
              <a:rPr lang="fr-FR" sz="1600" dirty="0"/>
              <a:t>: 20px auto;</a:t>
            </a:r>
            <a:br>
              <a:rPr lang="fr-FR" sz="1600" dirty="0"/>
            </a:br>
            <a:r>
              <a:rPr lang="fr-FR" sz="1600" dirty="0"/>
              <a:t>        }</a:t>
            </a:r>
            <a:br>
              <a:rPr lang="fr-FR" sz="1600" dirty="0"/>
            </a:br>
            <a:r>
              <a:rPr lang="fr-FR" sz="1600" dirty="0"/>
              <a:t>        th {</a:t>
            </a:r>
            <a:br>
              <a:rPr lang="fr-FR" sz="1600" dirty="0"/>
            </a:br>
            <a:r>
              <a:rPr lang="fr-FR" sz="1600" dirty="0"/>
              <a:t>            background-</a:t>
            </a:r>
            <a:r>
              <a:rPr lang="fr-FR" sz="1600" dirty="0" err="1"/>
              <a:t>color</a:t>
            </a:r>
            <a:r>
              <a:rPr lang="fr-FR" sz="1600" dirty="0"/>
              <a:t>: #fc9700; /* </a:t>
            </a:r>
            <a:r>
              <a:rPr lang="ar-MA" sz="1600" dirty="0"/>
              <a:t>لون خلفية رأس الجدول */</a:t>
            </a:r>
            <a:br>
              <a:rPr lang="ar-MA" sz="1600" dirty="0"/>
            </a:br>
            <a:r>
              <a:rPr lang="ar-MA" sz="1600" dirty="0"/>
              <a:t>            </a:t>
            </a:r>
            <a:r>
              <a:rPr lang="fr-FR" sz="1600" dirty="0" err="1"/>
              <a:t>text-align</a:t>
            </a:r>
            <a:r>
              <a:rPr lang="fr-FR" sz="1600" dirty="0"/>
              <a:t>: center;</a:t>
            </a:r>
            <a:br>
              <a:rPr lang="fr-FR" sz="1600" dirty="0"/>
            </a:br>
            <a:r>
              <a:rPr lang="fr-FR" sz="1600" dirty="0"/>
              <a:t>        }</a:t>
            </a:r>
            <a:br>
              <a:rPr lang="fr-FR" sz="1600" dirty="0"/>
            </a:br>
            <a:r>
              <a:rPr lang="fr-FR" sz="1600" dirty="0"/>
              <a:t>         table {</a:t>
            </a:r>
            <a:br>
              <a:rPr lang="fr-FR" sz="1600" dirty="0"/>
            </a:br>
            <a:r>
              <a:rPr lang="fr-FR" sz="1600" dirty="0"/>
              <a:t>            </a:t>
            </a:r>
            <a:r>
              <a:rPr lang="fr-FR" sz="1600" dirty="0" err="1"/>
              <a:t>width</a:t>
            </a:r>
            <a:r>
              <a:rPr lang="fr-FR" sz="1600" dirty="0"/>
              <a:t>: 50%;</a:t>
            </a:r>
            <a:br>
              <a:rPr lang="fr-FR" sz="1600" dirty="0"/>
            </a:br>
            <a:r>
              <a:rPr lang="fr-FR" sz="1600" dirty="0"/>
              <a:t>            border-collapse: collapse; /* </a:t>
            </a:r>
            <a:r>
              <a:rPr lang="ar-MA" sz="1600" dirty="0"/>
              <a:t>دمج الحدود */</a:t>
            </a:r>
            <a:br>
              <a:rPr lang="ar-MA" sz="1600" dirty="0"/>
            </a:br>
            <a:r>
              <a:rPr lang="ar-MA" sz="1600" dirty="0"/>
              <a:t>            </a:t>
            </a:r>
            <a:r>
              <a:rPr lang="fr-FR" sz="1600" dirty="0" err="1"/>
              <a:t>margin</a:t>
            </a:r>
            <a:r>
              <a:rPr lang="fr-FR" sz="1600" dirty="0"/>
              <a:t>-top: 10px;</a:t>
            </a:r>
            <a:br>
              <a:rPr lang="fr-FR" sz="1600" dirty="0"/>
            </a:br>
            <a:r>
              <a:rPr lang="fr-FR" sz="1600" dirty="0"/>
              <a:t>        }</a:t>
            </a:r>
            <a:br>
              <a:rPr lang="fr-FR" sz="1600" dirty="0"/>
            </a:br>
            <a:r>
              <a:rPr lang="fr-FR" sz="1600" dirty="0"/>
              <a:t>        th, td {</a:t>
            </a:r>
            <a:br>
              <a:rPr lang="fr-FR" sz="1600" dirty="0"/>
            </a:br>
            <a:r>
              <a:rPr lang="fr-FR" sz="1600" dirty="0"/>
              <a:t>            border: 1px </a:t>
            </a:r>
            <a:r>
              <a:rPr lang="fr-FR" sz="1600" dirty="0" err="1"/>
              <a:t>solid</a:t>
            </a:r>
            <a:r>
              <a:rPr lang="fr-FR" sz="1600" dirty="0"/>
              <a:t> #faa404;</a:t>
            </a:r>
            <a:br>
              <a:rPr lang="fr-FR" sz="1600" dirty="0"/>
            </a:br>
            <a:r>
              <a:rPr lang="fr-FR" sz="1600" dirty="0"/>
              <a:t>            </a:t>
            </a:r>
            <a:r>
              <a:rPr lang="fr-FR" sz="1600" dirty="0" err="1"/>
              <a:t>padding</a:t>
            </a:r>
            <a:r>
              <a:rPr lang="fr-FR" sz="1600" dirty="0"/>
              <a:t>: 8px;</a:t>
            </a:r>
            <a:br>
              <a:rPr lang="fr-FR" sz="1600" dirty="0"/>
            </a:br>
            <a:r>
              <a:rPr lang="fr-FR" sz="1600" dirty="0"/>
              <a:t>            </a:t>
            </a:r>
            <a:r>
              <a:rPr lang="fr-FR" sz="1600" dirty="0" err="1"/>
              <a:t>margin</a:t>
            </a:r>
            <a:r>
              <a:rPr lang="fr-FR" sz="1600" dirty="0"/>
              <a:t>: 20px auto;</a:t>
            </a:r>
            <a:br>
              <a:rPr lang="fr-FR" sz="1600" dirty="0"/>
            </a:br>
            <a:r>
              <a:rPr lang="fr-FR" sz="1600" dirty="0"/>
              <a:t>        }</a:t>
            </a:r>
            <a:br>
              <a:rPr lang="fr-FR" sz="1600" dirty="0"/>
            </a:br>
            <a:r>
              <a:rPr lang="fr-FR" sz="1600" dirty="0"/>
              <a:t>        th {</a:t>
            </a:r>
            <a:br>
              <a:rPr lang="fr-FR" sz="1600" dirty="0"/>
            </a:br>
            <a:r>
              <a:rPr lang="fr-FR" sz="1600" dirty="0"/>
              <a:t>            background-</a:t>
            </a:r>
            <a:r>
              <a:rPr lang="fr-FR" sz="1600" dirty="0" err="1"/>
              <a:t>color</a:t>
            </a:r>
            <a:r>
              <a:rPr lang="fr-FR" sz="1600" dirty="0"/>
              <a:t>: #fc9700; /* </a:t>
            </a:r>
            <a:r>
              <a:rPr lang="ar-MA" sz="1600" dirty="0"/>
              <a:t>لون خلفية رأس الجدول */</a:t>
            </a:r>
            <a:br>
              <a:rPr lang="ar-MA" sz="1600" dirty="0"/>
            </a:br>
            <a:r>
              <a:rPr lang="ar-MA" sz="1600" dirty="0"/>
              <a:t>            </a:t>
            </a:r>
            <a:r>
              <a:rPr lang="fr-FR" sz="1600" dirty="0" err="1"/>
              <a:t>text-align</a:t>
            </a:r>
            <a:r>
              <a:rPr lang="fr-FR" sz="1600" dirty="0"/>
              <a:t>: center;</a:t>
            </a:r>
            <a:br>
              <a:rPr lang="fr-FR" sz="1600" dirty="0"/>
            </a:br>
            <a:r>
              <a:rPr lang="fr-FR" sz="1600" dirty="0"/>
              <a:t>        }</a:t>
            </a:r>
            <a:br>
              <a:rPr lang="fr-FR" sz="1600" dirty="0"/>
            </a:br>
            <a:r>
              <a:rPr lang="fr-FR" sz="1600" dirty="0"/>
              <a:t>       </a:t>
            </a:r>
            <a:br>
              <a:rPr lang="fr-FR" sz="1600" dirty="0"/>
            </a:br>
            <a:endParaRPr lang="ar-MA" sz="1600" dirty="0"/>
          </a:p>
        </p:txBody>
      </p:sp>
    </p:spTree>
    <p:extLst>
      <p:ext uri="{BB962C8B-B14F-4D97-AF65-F5344CB8AC3E}">
        <p14:creationId xmlns:p14="http://schemas.microsoft.com/office/powerpoint/2010/main" val="12044808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Grand écran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Thème Office</vt:lpstr>
      <vt:lpstr>table {             width: 50%;             border-collapse: collapse; /* دمج الحدود */             margin-top: 10px;         }         th, td {             border: 1px solid #faa404;             padding: 8px;             margin: 20px auto;         }         th {             background-color: #fc9700; /* لون خلفية رأس الجدول */             text-align: center;         }          table {             width: 50%;             border-collapse: collapse; /* دمج الحدود */             margin-top: 10px;         }         th, td {             border: 1px solid #faa404;             padding: 8px;             margin: 20px auto;         }         th {             background-color: #fc9700; /* لون خلفية رأس الجدول */             text-align: center;         }        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 {             width: 50%;             border-collapse: collapse; /* دمج الحدود */             margin-top: 10px;         }         th, td {             border: 1px solid #faa404;             padding: 8px;             margin: 20px auto;         }         th {             background-color: #fc9700; /* لون خلفية رأس الجدول */             text-align: center;         }          table {             width: 50%;             border-collapse: collapse; /* دمج الحدود */             margin-top: 10px;         }         th, td {             border: 1px solid #faa404;             padding: 8px;             margin: 20px auto;         }         th {             background-color: #fc9700; /* لون خلفية رأس الجدول */             text-align: center;         }         </dc:title>
  <dc:creator>pc</dc:creator>
  <cp:lastModifiedBy>pc</cp:lastModifiedBy>
  <cp:revision>1</cp:revision>
  <dcterms:created xsi:type="dcterms:W3CDTF">2026-05-31T12:08:19Z</dcterms:created>
  <dcterms:modified xsi:type="dcterms:W3CDTF">2026-05-31T12:08:43Z</dcterms:modified>
</cp:coreProperties>
</file>