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ar-M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3" clrIdx="0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042" autoAdjust="0"/>
    <p:restoredTop sz="94660"/>
  </p:normalViewPr>
  <p:slideViewPr>
    <p:cSldViewPr snapToGrid="0">
      <p:cViewPr varScale="1">
        <p:scale>
          <a:sx n="44" d="100"/>
          <a:sy n="44" d="100"/>
        </p:scale>
        <p:origin x="78" y="80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31T14:04:39.184" idx="1">
    <p:pos x="7670" y="10"/>
    <p:text/>
    <p:extLst>
      <p:ext uri="{C676402C-5697-4E1C-873F-D02D1690AC5C}">
        <p15:threadingInfo xmlns:p15="http://schemas.microsoft.com/office/powerpoint/2012/main" timeZoneBias="-120"/>
      </p:ext>
    </p:extLst>
  </p:cm>
  <p:cm authorId="1" dt="2026-05-31T14:04:40.963" idx="2">
    <p:pos x="7534" y="146"/>
    <p:text/>
    <p:extLst>
      <p:ext uri="{C676402C-5697-4E1C-873F-D02D1690AC5C}">
        <p15:threadingInfo xmlns:p15="http://schemas.microsoft.com/office/powerpoint/2012/main" timeZoneBias="-120"/>
      </p:ext>
    </p:extLst>
  </p:cm>
  <p:cm authorId="1" dt="2026-05-31T14:04:41.838" idx="3">
    <p:pos x="7398" y="282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M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F7417B65-6E20-4152-A8D3-33352F0E944A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M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ar-M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M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C3D4CAA-6E19-47E0-897D-A02EAE8E5BF2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671763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D4CAA-6E19-47E0-897D-A02EAE8E5BF2}" type="slidenum">
              <a:rPr lang="ar-MA" smtClean="0"/>
              <a:t>1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402443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ar-M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ar-M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F37D-7A70-46E6-AE30-6647EBC1BC9D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2811F-A0F5-4012-882B-8DDE4DD958D2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046207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ar-M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ar-M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F37D-7A70-46E6-AE30-6647EBC1BC9D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2811F-A0F5-4012-882B-8DDE4DD958D2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290801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ar-M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F37D-7A70-46E6-AE30-6647EBC1BC9D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2811F-A0F5-4012-882B-8DDE4DD958D2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140890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ar-M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ar-M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ar-M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F37D-7A70-46E6-AE30-6647EBC1BC9D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2811F-A0F5-4012-882B-8DDE4DD958D2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944322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ar-M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ar-M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ar-M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F37D-7A70-46E6-AE30-6647EBC1BC9D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2811F-A0F5-4012-882B-8DDE4DD958D2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691383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ar-M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F37D-7A70-46E6-AE30-6647EBC1BC9D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2811F-A0F5-4012-882B-8DDE4DD958D2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4270012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F37D-7A70-46E6-AE30-6647EBC1BC9D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2811F-A0F5-4012-882B-8DDE4DD958D2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3690527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ar-M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ar-M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F37D-7A70-46E6-AE30-6647EBC1BC9D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2811F-A0F5-4012-882B-8DDE4DD958D2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4183091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ar-M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M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F37D-7A70-46E6-AE30-6647EBC1BC9D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2811F-A0F5-4012-882B-8DDE4DD958D2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459650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ar-M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ar-M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F37D-7A70-46E6-AE30-6647EBC1BC9D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2811F-A0F5-4012-882B-8DDE4DD958D2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4156940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ar-M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ar-M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F37D-7A70-46E6-AE30-6647EBC1BC9D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2811F-A0F5-4012-882B-8DDE4DD958D2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2932656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fr-FR" smtClean="0"/>
              <a:t>Modifiez le style du titre</a:t>
            </a:r>
            <a:endParaRPr lang="ar-M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ar-M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5F37D-7A70-46E6-AE30-6647EBC1BC9D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M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2811F-A0F5-4012-882B-8DDE4DD958D2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205339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M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679171" y="1"/>
            <a:ext cx="9326880" cy="6857999"/>
          </a:xfrm>
        </p:spPr>
        <p:txBody>
          <a:bodyPr>
            <a:normAutofit fontScale="90000"/>
          </a:bodyPr>
          <a:lstStyle/>
          <a:p>
            <a:r>
              <a:rPr lang="fr-FR" sz="800" dirty="0"/>
              <a:t>&lt;!DOCTYPE html&gt;</a:t>
            </a:r>
            <a:br>
              <a:rPr lang="fr-FR" sz="800" dirty="0"/>
            </a:br>
            <a:r>
              <a:rPr lang="fr-FR" sz="800" dirty="0"/>
              <a:t>&lt;html </a:t>
            </a:r>
            <a:r>
              <a:rPr lang="fr-FR" sz="800" dirty="0" err="1"/>
              <a:t>lang</a:t>
            </a:r>
            <a:r>
              <a:rPr lang="fr-FR" sz="800" dirty="0"/>
              <a:t>="</a:t>
            </a:r>
            <a:r>
              <a:rPr lang="fr-FR" sz="800" dirty="0" err="1"/>
              <a:t>ar</a:t>
            </a:r>
            <a:r>
              <a:rPr lang="fr-FR" sz="800" dirty="0"/>
              <a:t>" </a:t>
            </a:r>
            <a:r>
              <a:rPr lang="fr-FR" sz="800" dirty="0" err="1"/>
              <a:t>dir</a:t>
            </a:r>
            <a:r>
              <a:rPr lang="fr-FR" sz="800" dirty="0"/>
              <a:t>="</a:t>
            </a:r>
            <a:r>
              <a:rPr lang="fr-FR" sz="800" dirty="0" err="1"/>
              <a:t>rtl</a:t>
            </a:r>
            <a:r>
              <a:rPr lang="fr-FR" sz="800" dirty="0"/>
              <a:t>"&gt;</a:t>
            </a:r>
            <a:br>
              <a:rPr lang="fr-FR" sz="800" dirty="0"/>
            </a:br>
            <a:r>
              <a:rPr lang="fr-FR" sz="800" dirty="0"/>
              <a:t>&lt;</a:t>
            </a:r>
            <a:r>
              <a:rPr lang="fr-FR" sz="800" dirty="0" err="1"/>
              <a:t>head</a:t>
            </a:r>
            <a:r>
              <a:rPr lang="fr-FR" sz="800" dirty="0"/>
              <a:t>&gt;</a:t>
            </a:r>
            <a:br>
              <a:rPr lang="fr-FR" sz="800" dirty="0"/>
            </a:br>
            <a:r>
              <a:rPr lang="fr-FR" sz="800" dirty="0"/>
              <a:t>    &lt;</a:t>
            </a:r>
            <a:r>
              <a:rPr lang="fr-FR" sz="800" dirty="0" err="1"/>
              <a:t>meta</a:t>
            </a:r>
            <a:r>
              <a:rPr lang="fr-FR" sz="800" dirty="0"/>
              <a:t> </a:t>
            </a:r>
            <a:r>
              <a:rPr lang="fr-FR" sz="800" dirty="0" err="1"/>
              <a:t>charset</a:t>
            </a:r>
            <a:r>
              <a:rPr lang="fr-FR" sz="800" dirty="0"/>
              <a:t>="UTF-8"&gt;</a:t>
            </a:r>
            <a:br>
              <a:rPr lang="fr-FR" sz="800" dirty="0"/>
            </a:br>
            <a:r>
              <a:rPr lang="fr-FR" sz="800" dirty="0"/>
              <a:t>    &lt;</a:t>
            </a:r>
            <a:r>
              <a:rPr lang="fr-FR" sz="800" dirty="0" err="1"/>
              <a:t>meta</a:t>
            </a:r>
            <a:r>
              <a:rPr lang="fr-FR" sz="800" dirty="0"/>
              <a:t> </a:t>
            </a:r>
            <a:r>
              <a:rPr lang="fr-FR" sz="800" dirty="0" err="1"/>
              <a:t>name</a:t>
            </a:r>
            <a:r>
              <a:rPr lang="fr-FR" sz="800" dirty="0"/>
              <a:t>="</a:t>
            </a:r>
            <a:r>
              <a:rPr lang="fr-FR" sz="800" dirty="0" err="1"/>
              <a:t>viewport</a:t>
            </a:r>
            <a:r>
              <a:rPr lang="fr-FR" sz="800" dirty="0"/>
              <a:t>" content="</a:t>
            </a:r>
            <a:r>
              <a:rPr lang="fr-FR" sz="800" dirty="0" err="1"/>
              <a:t>width</a:t>
            </a:r>
            <a:r>
              <a:rPr lang="fr-FR" sz="800" dirty="0"/>
              <a:t>=</a:t>
            </a:r>
            <a:r>
              <a:rPr lang="fr-FR" sz="800" dirty="0" err="1"/>
              <a:t>device-width</a:t>
            </a:r>
            <a:r>
              <a:rPr lang="fr-FR" sz="800" dirty="0"/>
              <a:t>, initial-</a:t>
            </a:r>
            <a:r>
              <a:rPr lang="fr-FR" sz="800" dirty="0" err="1"/>
              <a:t>scale</a:t>
            </a:r>
            <a:r>
              <a:rPr lang="fr-FR" sz="800" dirty="0"/>
              <a:t>=1.0"&gt;</a:t>
            </a:r>
            <a:br>
              <a:rPr lang="fr-FR" sz="800" dirty="0"/>
            </a:br>
            <a:r>
              <a:rPr lang="fr-FR" sz="800" dirty="0"/>
              <a:t>    &lt;</a:t>
            </a:r>
            <a:r>
              <a:rPr lang="fr-FR" sz="800" dirty="0" err="1"/>
              <a:t>link</a:t>
            </a:r>
            <a:r>
              <a:rPr lang="fr-FR" sz="800" dirty="0"/>
              <a:t> </a:t>
            </a:r>
            <a:r>
              <a:rPr lang="fr-FR" sz="800" dirty="0" err="1"/>
              <a:t>rel</a:t>
            </a:r>
            <a:r>
              <a:rPr lang="fr-FR" sz="800" dirty="0"/>
              <a:t>="</a:t>
            </a:r>
            <a:r>
              <a:rPr lang="fr-FR" sz="800" dirty="0" err="1"/>
              <a:t>stylesheet</a:t>
            </a:r>
            <a:r>
              <a:rPr lang="fr-FR" sz="800" dirty="0"/>
              <a:t>" </a:t>
            </a:r>
            <a:r>
              <a:rPr lang="fr-FR" sz="800" dirty="0" err="1"/>
              <a:t>href</a:t>
            </a:r>
            <a:r>
              <a:rPr lang="fr-FR" sz="800" dirty="0"/>
              <a:t>="style.css"/&gt;</a:t>
            </a:r>
            <a:br>
              <a:rPr lang="fr-FR" sz="800" dirty="0"/>
            </a:br>
            <a:r>
              <a:rPr lang="fr-FR" sz="800" dirty="0"/>
              <a:t>    &lt;</a:t>
            </a:r>
            <a:r>
              <a:rPr lang="fr-FR" sz="800" dirty="0" err="1"/>
              <a:t>title</a:t>
            </a:r>
            <a:r>
              <a:rPr lang="fr-FR" sz="800" dirty="0"/>
              <a:t>&gt;projet&lt;/</a:t>
            </a:r>
            <a:r>
              <a:rPr lang="fr-FR" sz="800" dirty="0" err="1"/>
              <a:t>title</a:t>
            </a:r>
            <a:r>
              <a:rPr lang="fr-FR" sz="800" dirty="0"/>
              <a:t>&gt;</a:t>
            </a:r>
            <a:br>
              <a:rPr lang="fr-FR" sz="800" dirty="0"/>
            </a:br>
            <a:r>
              <a:rPr lang="fr-FR" sz="800" dirty="0"/>
              <a:t>   &lt;style&gt;</a:t>
            </a:r>
            <a:br>
              <a:rPr lang="fr-FR" sz="800" dirty="0"/>
            </a:br>
            <a:r>
              <a:rPr lang="fr-FR" sz="800" dirty="0"/>
              <a:t>        /* </a:t>
            </a:r>
            <a:r>
              <a:rPr lang="ar-MA" sz="800" dirty="0"/>
              <a:t>هنا قمنا بتجميع كل العناوين معاً وفصلنا بينها بفاصلة */</a:t>
            </a:r>
            <a:br>
              <a:rPr lang="ar-MA" sz="800" dirty="0"/>
            </a:br>
            <a:r>
              <a:rPr lang="ar-MA" sz="800" dirty="0"/>
              <a:t>        </a:t>
            </a:r>
            <a:r>
              <a:rPr lang="fr-FR" sz="800" dirty="0"/>
              <a:t>h1, h2, h3, h4 {</a:t>
            </a:r>
            <a:br>
              <a:rPr lang="fr-FR" sz="800" dirty="0"/>
            </a:br>
            <a:r>
              <a:rPr lang="fr-FR" sz="800" dirty="0"/>
              <a:t>            </a:t>
            </a:r>
            <a:r>
              <a:rPr lang="fr-FR" sz="800" dirty="0" err="1"/>
              <a:t>text-align</a:t>
            </a:r>
            <a:r>
              <a:rPr lang="fr-FR" sz="800" dirty="0"/>
              <a:t>: center;</a:t>
            </a:r>
            <a:br>
              <a:rPr lang="fr-FR" sz="800" dirty="0"/>
            </a:br>
            <a:r>
              <a:rPr lang="fr-FR" sz="800" dirty="0"/>
              <a:t>        }</a:t>
            </a:r>
            <a:br>
              <a:rPr lang="fr-FR" sz="800" dirty="0"/>
            </a:br>
            <a:r>
              <a:rPr lang="fr-FR" sz="800" dirty="0"/>
              <a:t>    &lt;/style&gt;</a:t>
            </a:r>
            <a:br>
              <a:rPr lang="fr-FR" sz="800" dirty="0"/>
            </a:br>
            <a:r>
              <a:rPr lang="fr-FR" sz="800" dirty="0"/>
              <a:t>    &lt;</a:t>
            </a:r>
            <a:r>
              <a:rPr lang="fr-FR" sz="800" dirty="0" err="1"/>
              <a:t>title</a:t>
            </a:r>
            <a:r>
              <a:rPr lang="fr-FR" sz="800" dirty="0"/>
              <a:t>&gt;</a:t>
            </a:r>
            <a:r>
              <a:rPr lang="ar-MA" sz="800" dirty="0"/>
              <a:t>إضافة جدول&lt;/</a:t>
            </a:r>
            <a:r>
              <a:rPr lang="fr-FR" sz="800" dirty="0" err="1"/>
              <a:t>title</a:t>
            </a:r>
            <a:r>
              <a:rPr lang="fr-FR" sz="800" dirty="0"/>
              <a:t>&gt;</a:t>
            </a:r>
            <a:br>
              <a:rPr lang="fr-FR" sz="800" dirty="0"/>
            </a:br>
            <a:r>
              <a:rPr lang="fr-FR" sz="800" dirty="0"/>
              <a:t>    &lt;style&gt;</a:t>
            </a:r>
            <a:br>
              <a:rPr lang="fr-FR" sz="800" dirty="0"/>
            </a:br>
            <a:r>
              <a:rPr lang="fr-FR" sz="800" dirty="0"/>
              <a:t>        /* </a:t>
            </a:r>
            <a:r>
              <a:rPr lang="ar-MA" sz="800" dirty="0"/>
              <a:t>تنسيق بسيط لجعل الجدول يبدو جميلاً ومرتباً */</a:t>
            </a:r>
            <a:br>
              <a:rPr lang="ar-MA" sz="800" dirty="0"/>
            </a:br>
            <a:r>
              <a:rPr lang="ar-MA" sz="800" dirty="0"/>
              <a:t>        </a:t>
            </a:r>
            <a:r>
              <a:rPr lang="fr-FR" sz="800" dirty="0"/>
              <a:t>table {</a:t>
            </a:r>
            <a:br>
              <a:rPr lang="fr-FR" sz="800" dirty="0"/>
            </a:br>
            <a:r>
              <a:rPr lang="fr-FR" sz="800" dirty="0"/>
              <a:t>            </a:t>
            </a:r>
            <a:r>
              <a:rPr lang="fr-FR" sz="800" dirty="0" err="1"/>
              <a:t>width</a:t>
            </a:r>
            <a:r>
              <a:rPr lang="fr-FR" sz="800" dirty="0"/>
              <a:t>: 50%;</a:t>
            </a:r>
            <a:br>
              <a:rPr lang="fr-FR" sz="800" dirty="0"/>
            </a:br>
            <a:r>
              <a:rPr lang="fr-FR" sz="800" dirty="0"/>
              <a:t>            border-collapse: collapse; /* </a:t>
            </a:r>
            <a:r>
              <a:rPr lang="ar-MA" sz="800" dirty="0"/>
              <a:t>دمج الحدود */</a:t>
            </a:r>
            <a:br>
              <a:rPr lang="ar-MA" sz="800" dirty="0"/>
            </a:br>
            <a:r>
              <a:rPr lang="ar-MA" sz="800" dirty="0"/>
              <a:t>            </a:t>
            </a:r>
            <a:r>
              <a:rPr lang="fr-FR" sz="800" dirty="0" err="1"/>
              <a:t>margin</a:t>
            </a:r>
            <a:r>
              <a:rPr lang="fr-FR" sz="800" dirty="0"/>
              <a:t>-top: 10px;</a:t>
            </a:r>
            <a:br>
              <a:rPr lang="fr-FR" sz="800" dirty="0"/>
            </a:br>
            <a:r>
              <a:rPr lang="fr-FR" sz="800" dirty="0"/>
              <a:t>        }</a:t>
            </a:r>
            <a:br>
              <a:rPr lang="fr-FR" sz="800" dirty="0"/>
            </a:br>
            <a:r>
              <a:rPr lang="fr-FR" sz="800" dirty="0"/>
              <a:t>        th, td {</a:t>
            </a:r>
            <a:br>
              <a:rPr lang="fr-FR" sz="800" dirty="0"/>
            </a:br>
            <a:r>
              <a:rPr lang="fr-FR" sz="800" dirty="0"/>
              <a:t>            border: 1px </a:t>
            </a:r>
            <a:r>
              <a:rPr lang="fr-FR" sz="800" dirty="0" err="1"/>
              <a:t>solid</a:t>
            </a:r>
            <a:r>
              <a:rPr lang="fr-FR" sz="800" dirty="0"/>
              <a:t> #</a:t>
            </a:r>
            <a:r>
              <a:rPr lang="fr-FR" sz="800" dirty="0" err="1"/>
              <a:t>ddd</a:t>
            </a:r>
            <a:r>
              <a:rPr lang="fr-FR" sz="800" dirty="0"/>
              <a:t>;</a:t>
            </a:r>
            <a:br>
              <a:rPr lang="fr-FR" sz="800" dirty="0"/>
            </a:br>
            <a:r>
              <a:rPr lang="fr-FR" sz="800" dirty="0"/>
              <a:t>            </a:t>
            </a:r>
            <a:r>
              <a:rPr lang="fr-FR" sz="800" dirty="0" err="1"/>
              <a:t>padding</a:t>
            </a:r>
            <a:r>
              <a:rPr lang="fr-FR" sz="800" dirty="0"/>
              <a:t>: 8px;</a:t>
            </a:r>
            <a:br>
              <a:rPr lang="fr-FR" sz="800" dirty="0"/>
            </a:br>
            <a:r>
              <a:rPr lang="fr-FR" sz="800" dirty="0"/>
              <a:t>            </a:t>
            </a:r>
            <a:r>
              <a:rPr lang="fr-FR" sz="800" dirty="0" err="1"/>
              <a:t>margin</a:t>
            </a:r>
            <a:r>
              <a:rPr lang="fr-FR" sz="800" dirty="0"/>
              <a:t>: 20px auto;</a:t>
            </a:r>
            <a:br>
              <a:rPr lang="fr-FR" sz="800" dirty="0"/>
            </a:br>
            <a:r>
              <a:rPr lang="fr-FR" sz="800" dirty="0"/>
              <a:t>        }</a:t>
            </a:r>
            <a:br>
              <a:rPr lang="fr-FR" sz="800" dirty="0"/>
            </a:br>
            <a:r>
              <a:rPr lang="fr-FR" sz="800" dirty="0"/>
              <a:t>        th {</a:t>
            </a:r>
            <a:br>
              <a:rPr lang="fr-FR" sz="800" dirty="0"/>
            </a:br>
            <a:r>
              <a:rPr lang="fr-FR" sz="800" dirty="0"/>
              <a:t>            background-</a:t>
            </a:r>
            <a:r>
              <a:rPr lang="fr-FR" sz="800" dirty="0" err="1"/>
              <a:t>color</a:t>
            </a:r>
            <a:r>
              <a:rPr lang="fr-FR" sz="800" dirty="0"/>
              <a:t>: #f2f2f2; /* </a:t>
            </a:r>
            <a:r>
              <a:rPr lang="ar-MA" sz="800" dirty="0"/>
              <a:t>لون خلفية رأس الجدول */</a:t>
            </a:r>
            <a:br>
              <a:rPr lang="ar-MA" sz="800" dirty="0"/>
            </a:br>
            <a:r>
              <a:rPr lang="ar-MA" sz="800" dirty="0"/>
              <a:t>        }</a:t>
            </a:r>
            <a:br>
              <a:rPr lang="ar-MA" sz="800" dirty="0"/>
            </a:br>
            <a:r>
              <a:rPr lang="ar-MA" sz="800" dirty="0"/>
              <a:t>    &lt;/</a:t>
            </a:r>
            <a:r>
              <a:rPr lang="fr-FR" sz="800" dirty="0"/>
              <a:t>style&gt;</a:t>
            </a:r>
            <a:br>
              <a:rPr lang="fr-FR" sz="800" dirty="0"/>
            </a:br>
            <a:r>
              <a:rPr lang="fr-FR" sz="800" dirty="0"/>
              <a:t>     &lt;style&gt;</a:t>
            </a:r>
            <a:br>
              <a:rPr lang="fr-FR" sz="800" dirty="0"/>
            </a:br>
            <a:r>
              <a:rPr lang="fr-FR" sz="800" dirty="0"/>
              <a:t>    h1, h2 {</a:t>
            </a:r>
            <a:br>
              <a:rPr lang="fr-FR" sz="800" dirty="0"/>
            </a:br>
            <a:r>
              <a:rPr lang="fr-FR" sz="800" dirty="0"/>
              <a:t>            </a:t>
            </a:r>
            <a:r>
              <a:rPr lang="fr-FR" sz="800" dirty="0" err="1"/>
              <a:t>text-align</a:t>
            </a:r>
            <a:r>
              <a:rPr lang="fr-FR" sz="800" dirty="0"/>
              <a:t>: center;</a:t>
            </a:r>
            <a:br>
              <a:rPr lang="fr-FR" sz="800" dirty="0"/>
            </a:br>
            <a:r>
              <a:rPr lang="fr-FR" sz="800" dirty="0"/>
              <a:t>        }</a:t>
            </a:r>
            <a:br>
              <a:rPr lang="fr-FR" sz="800" dirty="0"/>
            </a:br>
            <a:r>
              <a:rPr lang="fr-FR" sz="800" dirty="0"/>
              <a:t>    &lt;/style&gt;</a:t>
            </a:r>
            <a:br>
              <a:rPr lang="fr-FR" sz="800" dirty="0"/>
            </a:br>
            <a:r>
              <a:rPr lang="fr-FR" sz="800" dirty="0"/>
              <a:t>    &lt;</a:t>
            </a:r>
            <a:r>
              <a:rPr lang="fr-FR" sz="800" dirty="0" err="1"/>
              <a:t>title</a:t>
            </a:r>
            <a:r>
              <a:rPr lang="fr-FR" sz="800" dirty="0"/>
              <a:t>&gt;</a:t>
            </a:r>
            <a:r>
              <a:rPr lang="ar-MA" sz="800" dirty="0"/>
              <a:t>إضافة جدول&lt;/</a:t>
            </a:r>
            <a:r>
              <a:rPr lang="fr-FR" sz="800" dirty="0" err="1"/>
              <a:t>title</a:t>
            </a:r>
            <a:r>
              <a:rPr lang="fr-FR" sz="800" dirty="0"/>
              <a:t>&gt;</a:t>
            </a:r>
            <a:br>
              <a:rPr lang="fr-FR" sz="800" dirty="0"/>
            </a:br>
            <a:r>
              <a:rPr lang="fr-FR" sz="800" dirty="0"/>
              <a:t>    &lt;style&gt;</a:t>
            </a:r>
            <a:br>
              <a:rPr lang="fr-FR" sz="800" dirty="0"/>
            </a:br>
            <a:r>
              <a:rPr lang="fr-FR" sz="800" dirty="0"/>
              <a:t>        /* </a:t>
            </a:r>
            <a:r>
              <a:rPr lang="ar-MA" sz="800" dirty="0"/>
              <a:t>تنسيق بسيط لجعل الجدول يبدو جميلاً ومرتباً */</a:t>
            </a:r>
            <a:br>
              <a:rPr lang="ar-MA" sz="800" dirty="0"/>
            </a:br>
            <a:r>
              <a:rPr lang="ar-MA" sz="800" dirty="0"/>
              <a:t>        </a:t>
            </a:r>
            <a:r>
              <a:rPr lang="fr-FR" sz="800" dirty="0"/>
              <a:t>table {</a:t>
            </a:r>
            <a:br>
              <a:rPr lang="fr-FR" sz="800" dirty="0"/>
            </a:br>
            <a:r>
              <a:rPr lang="fr-FR" sz="800" dirty="0"/>
              <a:t>            </a:t>
            </a:r>
            <a:r>
              <a:rPr lang="fr-FR" sz="800" dirty="0" err="1"/>
              <a:t>width</a:t>
            </a:r>
            <a:r>
              <a:rPr lang="fr-FR" sz="800" dirty="0"/>
              <a:t>: 50%;</a:t>
            </a:r>
            <a:br>
              <a:rPr lang="fr-FR" sz="800" dirty="0"/>
            </a:br>
            <a:r>
              <a:rPr lang="fr-FR" sz="800" dirty="0"/>
              <a:t>            border-collapse: collapse; /* </a:t>
            </a:r>
            <a:r>
              <a:rPr lang="ar-MA" sz="800" dirty="0"/>
              <a:t>دمج الحدود */</a:t>
            </a:r>
            <a:br>
              <a:rPr lang="ar-MA" sz="800" dirty="0"/>
            </a:br>
            <a:r>
              <a:rPr lang="ar-MA" sz="800" dirty="0"/>
              <a:t>            </a:t>
            </a:r>
            <a:r>
              <a:rPr lang="fr-FR" sz="800" dirty="0" err="1"/>
              <a:t>margin</a:t>
            </a:r>
            <a:r>
              <a:rPr lang="fr-FR" sz="800" dirty="0"/>
              <a:t>-top: 10px;</a:t>
            </a:r>
            <a:br>
              <a:rPr lang="fr-FR" sz="800" dirty="0"/>
            </a:br>
            <a:r>
              <a:rPr lang="fr-FR" sz="800" dirty="0"/>
              <a:t>        }</a:t>
            </a:r>
            <a:br>
              <a:rPr lang="fr-FR" sz="800" dirty="0"/>
            </a:br>
            <a:r>
              <a:rPr lang="fr-FR" sz="800" dirty="0"/>
              <a:t>        th, td {</a:t>
            </a:r>
            <a:br>
              <a:rPr lang="fr-FR" sz="800" dirty="0"/>
            </a:br>
            <a:r>
              <a:rPr lang="fr-FR" sz="800" dirty="0"/>
              <a:t>            border: 1px </a:t>
            </a:r>
            <a:r>
              <a:rPr lang="fr-FR" sz="800" dirty="0" err="1"/>
              <a:t>solid</a:t>
            </a:r>
            <a:r>
              <a:rPr lang="fr-FR" sz="800" dirty="0"/>
              <a:t> #</a:t>
            </a:r>
            <a:r>
              <a:rPr lang="fr-FR" sz="800" dirty="0" err="1"/>
              <a:t>ddd</a:t>
            </a:r>
            <a:r>
              <a:rPr lang="fr-FR" sz="800" dirty="0"/>
              <a:t>;</a:t>
            </a:r>
            <a:br>
              <a:rPr lang="fr-FR" sz="800" dirty="0"/>
            </a:br>
            <a:r>
              <a:rPr lang="fr-FR" sz="800" dirty="0"/>
              <a:t>            </a:t>
            </a:r>
            <a:r>
              <a:rPr lang="fr-FR" sz="800" dirty="0" err="1"/>
              <a:t>padding</a:t>
            </a:r>
            <a:r>
              <a:rPr lang="fr-FR" sz="800" dirty="0"/>
              <a:t>: 8px;</a:t>
            </a:r>
            <a:br>
              <a:rPr lang="fr-FR" sz="800" dirty="0"/>
            </a:br>
            <a:r>
              <a:rPr lang="fr-FR" sz="800" dirty="0"/>
              <a:t>            </a:t>
            </a:r>
            <a:r>
              <a:rPr lang="fr-FR" sz="800" dirty="0" err="1"/>
              <a:t>margin</a:t>
            </a:r>
            <a:r>
              <a:rPr lang="fr-FR" sz="800" dirty="0"/>
              <a:t>: 20px auto;</a:t>
            </a:r>
            <a:br>
              <a:rPr lang="fr-FR" sz="800" dirty="0"/>
            </a:br>
            <a:r>
              <a:rPr lang="fr-FR" sz="800" dirty="0"/>
              <a:t>        }</a:t>
            </a:r>
            <a:br>
              <a:rPr lang="fr-FR" sz="800" dirty="0"/>
            </a:br>
            <a:r>
              <a:rPr lang="fr-FR" sz="800" dirty="0"/>
              <a:t>        th {</a:t>
            </a:r>
            <a:br>
              <a:rPr lang="fr-FR" sz="800" dirty="0"/>
            </a:br>
            <a:r>
              <a:rPr lang="fr-FR" sz="800" dirty="0"/>
              <a:t>            background-</a:t>
            </a:r>
            <a:r>
              <a:rPr lang="fr-FR" sz="800" dirty="0" err="1"/>
              <a:t>color</a:t>
            </a:r>
            <a:r>
              <a:rPr lang="fr-FR" sz="800" dirty="0"/>
              <a:t>: #f2f2f2; /* </a:t>
            </a:r>
            <a:r>
              <a:rPr lang="ar-MA" sz="800" dirty="0"/>
              <a:t>لون خلفية رأس الجدول */</a:t>
            </a:r>
            <a:br>
              <a:rPr lang="ar-MA" sz="800" dirty="0"/>
            </a:br>
            <a:r>
              <a:rPr lang="ar-MA" sz="800" dirty="0"/>
              <a:t>        }</a:t>
            </a:r>
            <a:br>
              <a:rPr lang="ar-MA" sz="800" dirty="0"/>
            </a:br>
            <a:r>
              <a:rPr lang="ar-MA" sz="800" dirty="0"/>
              <a:t>    &lt;/</a:t>
            </a:r>
            <a:r>
              <a:rPr lang="fr-FR" sz="800" dirty="0"/>
              <a:t>style&gt;</a:t>
            </a:r>
            <a:br>
              <a:rPr lang="fr-FR" sz="800" dirty="0"/>
            </a:br>
            <a:r>
              <a:rPr lang="fr-FR" sz="800" dirty="0"/>
              <a:t>    &lt;</a:t>
            </a:r>
            <a:r>
              <a:rPr lang="ar-MA" sz="800" dirty="0"/>
              <a:t>س&gt;</a:t>
            </a:r>
            <a:br>
              <a:rPr lang="ar-MA" sz="800" dirty="0"/>
            </a:br>
            <a:r>
              <a:rPr lang="ar-MA" sz="800" dirty="0"/>
              <a:t>        </a:t>
            </a:r>
            <a:r>
              <a:rPr lang="fr-FR" sz="800" dirty="0"/>
              <a:t>body {</a:t>
            </a:r>
            <a:br>
              <a:rPr lang="fr-FR" sz="800" dirty="0"/>
            </a:br>
            <a:r>
              <a:rPr lang="fr-FR" sz="800" dirty="0"/>
              <a:t>            background-</a:t>
            </a:r>
            <a:r>
              <a:rPr lang="fr-FR" sz="800" dirty="0" err="1"/>
              <a:t>color</a:t>
            </a:r>
            <a:r>
              <a:rPr lang="fr-FR" sz="800" dirty="0"/>
              <a:t>: #1a1a1a; /* </a:t>
            </a:r>
            <a:r>
              <a:rPr lang="ar-MA" sz="800" dirty="0"/>
              <a:t>لون خلفية رمادي غامق (</a:t>
            </a:r>
            <a:r>
              <a:rPr lang="fr-FR" sz="800" dirty="0" err="1"/>
              <a:t>Dark</a:t>
            </a:r>
            <a:r>
              <a:rPr lang="fr-FR" sz="800" dirty="0"/>
              <a:t> Mode) */</a:t>
            </a:r>
            <a:br>
              <a:rPr lang="fr-FR" sz="800" dirty="0"/>
            </a:br>
            <a:r>
              <a:rPr lang="fr-FR" sz="800" dirty="0"/>
              <a:t>            </a:t>
            </a:r>
            <a:r>
              <a:rPr lang="fr-FR" sz="800" dirty="0" err="1"/>
              <a:t>color</a:t>
            </a:r>
            <a:r>
              <a:rPr lang="fr-FR" sz="800" dirty="0"/>
              <a:t>: white;              /* </a:t>
            </a:r>
            <a:r>
              <a:rPr lang="ar-MA" sz="800" dirty="0"/>
              <a:t>تغيير لون الخط للأبيض ليظهر بوضوح */</a:t>
            </a:r>
            <a:br>
              <a:rPr lang="ar-MA" sz="800" dirty="0"/>
            </a:br>
            <a:r>
              <a:rPr lang="ar-MA" sz="800" dirty="0"/>
              <a:t>        }</a:t>
            </a:r>
            <a:br>
              <a:rPr lang="ar-MA" sz="800" dirty="0"/>
            </a:br>
            <a:r>
              <a:rPr lang="ar-MA" sz="800" dirty="0"/>
              <a:t>&lt;</a:t>
            </a:r>
            <a:r>
              <a:rPr lang="fr-FR" sz="800" dirty="0"/>
              <a:t>style&gt;</a:t>
            </a:r>
            <a:br>
              <a:rPr lang="fr-FR" sz="800" dirty="0"/>
            </a:br>
            <a:r>
              <a:rPr lang="fr-FR" sz="800" dirty="0"/>
              <a:t>        body {</a:t>
            </a:r>
            <a:br>
              <a:rPr lang="fr-FR" sz="800" dirty="0"/>
            </a:br>
            <a:r>
              <a:rPr lang="fr-FR" sz="800" dirty="0"/>
              <a:t>            background-</a:t>
            </a:r>
            <a:r>
              <a:rPr lang="fr-FR" sz="800" dirty="0" err="1"/>
              <a:t>color</a:t>
            </a:r>
            <a:r>
              <a:rPr lang="fr-FR" sz="800" dirty="0"/>
              <a:t>: white; /* </a:t>
            </a:r>
            <a:r>
              <a:rPr lang="ar-MA" sz="800" dirty="0"/>
              <a:t>لون خلفية رمادي غامق (</a:t>
            </a:r>
            <a:r>
              <a:rPr lang="fr-FR" sz="800" dirty="0" err="1"/>
              <a:t>Dark</a:t>
            </a:r>
            <a:r>
              <a:rPr lang="fr-FR" sz="800" dirty="0"/>
              <a:t> Mode) */</a:t>
            </a:r>
            <a:br>
              <a:rPr lang="fr-FR" sz="800" dirty="0"/>
            </a:br>
            <a:r>
              <a:rPr lang="fr-FR" sz="800" dirty="0"/>
              <a:t>            </a:t>
            </a:r>
            <a:r>
              <a:rPr lang="fr-FR" sz="800" dirty="0" err="1"/>
              <a:t>color:black</a:t>
            </a:r>
            <a:r>
              <a:rPr lang="fr-FR" sz="800" dirty="0"/>
              <a:t>;              /* </a:t>
            </a:r>
            <a:r>
              <a:rPr lang="ar-MA" sz="800" dirty="0"/>
              <a:t>تغيير لون الخط للأبيض ليظهر بوضوح */</a:t>
            </a:r>
            <a:br>
              <a:rPr lang="ar-MA" sz="800" dirty="0"/>
            </a:br>
            <a:r>
              <a:rPr lang="ar-MA" sz="800" dirty="0"/>
              <a:t>        }</a:t>
            </a:r>
            <a:br>
              <a:rPr lang="ar-MA" sz="800" dirty="0"/>
            </a:br>
            <a:r>
              <a:rPr lang="ar-MA" sz="800" dirty="0"/>
              <a:t>    &lt;/</a:t>
            </a:r>
            <a:r>
              <a:rPr lang="fr-FR" sz="800" dirty="0"/>
              <a:t>style&gt;</a:t>
            </a:r>
            <a:br>
              <a:rPr lang="fr-FR" sz="800" dirty="0"/>
            </a:br>
            <a:r>
              <a:rPr lang="fr-FR" sz="800" dirty="0"/>
              <a:t>    &lt;style&gt;</a:t>
            </a:r>
            <a:br>
              <a:rPr lang="fr-FR" sz="800" dirty="0"/>
            </a:br>
            <a:r>
              <a:rPr lang="fr-FR" sz="800" dirty="0"/>
              <a:t>        /* </a:t>
            </a:r>
            <a:r>
              <a:rPr lang="ar-MA" sz="800" dirty="0"/>
              <a:t>لتوسيط الأزرار في منتصف الشاشة */</a:t>
            </a:r>
            <a:br>
              <a:rPr lang="ar-MA" sz="800" dirty="0"/>
            </a:br>
            <a:r>
              <a:rPr lang="ar-MA" sz="800" dirty="0"/>
              <a:t>        .</a:t>
            </a:r>
            <a:r>
              <a:rPr lang="fr-FR" sz="800" dirty="0"/>
              <a:t>container {</a:t>
            </a:r>
            <a:br>
              <a:rPr lang="fr-FR" sz="800" dirty="0"/>
            </a:br>
            <a:r>
              <a:rPr lang="fr-FR" sz="800" dirty="0"/>
              <a:t>            </a:t>
            </a:r>
            <a:r>
              <a:rPr lang="fr-FR" sz="800" dirty="0" err="1"/>
              <a:t>text-align</a:t>
            </a:r>
            <a:r>
              <a:rPr lang="fr-FR" sz="800" dirty="0"/>
              <a:t>: center;</a:t>
            </a:r>
            <a:br>
              <a:rPr lang="fr-FR" sz="800" dirty="0"/>
            </a:br>
            <a:r>
              <a:rPr lang="fr-FR" sz="800" dirty="0"/>
              <a:t>            </a:t>
            </a:r>
            <a:r>
              <a:rPr lang="fr-FR" sz="800" dirty="0" err="1"/>
              <a:t>margin</a:t>
            </a:r>
            <a:r>
              <a:rPr lang="fr-FR" sz="800" dirty="0"/>
              <a:t>-top: 50px;</a:t>
            </a:r>
            <a:br>
              <a:rPr lang="fr-FR" sz="800" dirty="0"/>
            </a:br>
            <a:r>
              <a:rPr lang="fr-FR" sz="800" dirty="0"/>
              <a:t>        }</a:t>
            </a:r>
            <a:br>
              <a:rPr lang="fr-FR" sz="800" dirty="0"/>
            </a:br>
            <a:r>
              <a:rPr lang="fr-FR" sz="800" dirty="0"/>
              <a:t/>
            </a:r>
            <a:br>
              <a:rPr lang="fr-FR" sz="800" dirty="0"/>
            </a:br>
            <a:r>
              <a:rPr lang="fr-FR" sz="800" dirty="0"/>
              <a:t>        /* </a:t>
            </a:r>
            <a:r>
              <a:rPr lang="ar-MA" sz="800" dirty="0"/>
              <a:t>تنسيق الزر وتلوينه */</a:t>
            </a:r>
            <a:br>
              <a:rPr lang="ar-MA" sz="800" dirty="0"/>
            </a:br>
            <a:r>
              <a:rPr lang="ar-MA" sz="800" dirty="0"/>
              <a:t>        .</a:t>
            </a:r>
            <a:r>
              <a:rPr lang="fr-FR" sz="800" dirty="0" err="1"/>
              <a:t>my-button</a:t>
            </a:r>
            <a:r>
              <a:rPr lang="fr-FR" sz="800" dirty="0"/>
              <a:t> {</a:t>
            </a:r>
            <a:br>
              <a:rPr lang="fr-FR" sz="800" dirty="0"/>
            </a:br>
            <a:r>
              <a:rPr lang="fr-FR" sz="800" dirty="0"/>
              <a:t>            background-</a:t>
            </a:r>
            <a:r>
              <a:rPr lang="fr-FR" sz="800" dirty="0" err="1"/>
              <a:t>color</a:t>
            </a:r>
            <a:r>
              <a:rPr lang="fr-FR" sz="800" dirty="0"/>
              <a:t>: #4CAF50; /* </a:t>
            </a:r>
            <a:r>
              <a:rPr lang="ar-MA" sz="800" dirty="0"/>
              <a:t>لون الخلفية (أخضر) */</a:t>
            </a:r>
            <a:br>
              <a:rPr lang="ar-MA" sz="800" dirty="0"/>
            </a:br>
            <a:r>
              <a:rPr lang="ar-MA" sz="800" dirty="0"/>
              <a:t>            </a:t>
            </a:r>
            <a:r>
              <a:rPr lang="fr-FR" sz="800" dirty="0" err="1"/>
              <a:t>color</a:t>
            </a:r>
            <a:r>
              <a:rPr lang="fr-FR" sz="800" dirty="0"/>
              <a:t>: white;             /* </a:t>
            </a:r>
            <a:r>
              <a:rPr lang="ar-MA" sz="800" dirty="0"/>
              <a:t>لون النص داخل الزر */</a:t>
            </a:r>
            <a:br>
              <a:rPr lang="ar-MA" sz="800" dirty="0"/>
            </a:br>
            <a:r>
              <a:rPr lang="ar-MA" sz="800" dirty="0"/>
              <a:t>            </a:t>
            </a:r>
            <a:r>
              <a:rPr lang="fr-FR" sz="800" dirty="0" err="1"/>
              <a:t>padding</a:t>
            </a:r>
            <a:r>
              <a:rPr lang="fr-FR" sz="800" dirty="0"/>
              <a:t>: 12px 24px;       /* </a:t>
            </a:r>
            <a:r>
              <a:rPr lang="ar-MA" sz="800" dirty="0"/>
              <a:t>المساحة الداخلية (حجم الزر) */</a:t>
            </a:r>
            <a:br>
              <a:rPr lang="ar-MA" sz="800" dirty="0"/>
            </a:br>
            <a:r>
              <a:rPr lang="ar-MA" sz="800" dirty="0"/>
              <a:t>            </a:t>
            </a:r>
            <a:r>
              <a:rPr lang="fr-FR" sz="800" dirty="0"/>
              <a:t>font-size: 16px;          /* </a:t>
            </a:r>
            <a:r>
              <a:rPr lang="ar-MA" sz="800" dirty="0"/>
              <a:t>حجم الخط */</a:t>
            </a:r>
            <a:br>
              <a:rPr lang="ar-MA" sz="800" dirty="0"/>
            </a:br>
            <a:r>
              <a:rPr lang="ar-MA" sz="800" dirty="0"/>
              <a:t>            </a:t>
            </a:r>
            <a:r>
              <a:rPr lang="fr-FR" sz="800" dirty="0"/>
              <a:t>border: none;             /* </a:t>
            </a:r>
            <a:r>
              <a:rPr lang="ar-MA" sz="800" dirty="0"/>
              <a:t>إزالة الحدود الافتراضية */</a:t>
            </a:r>
            <a:br>
              <a:rPr lang="ar-MA" sz="800" dirty="0"/>
            </a:br>
            <a:r>
              <a:rPr lang="ar-MA" sz="800" dirty="0"/>
              <a:t>            </a:t>
            </a:r>
            <a:r>
              <a:rPr lang="fr-FR" sz="800" dirty="0"/>
              <a:t>border-radius: 8px;       /* </a:t>
            </a:r>
            <a:r>
              <a:rPr lang="ar-MA" sz="800" dirty="0"/>
              <a:t>جعل زوايا الزر دائرية ومنحنية */</a:t>
            </a:r>
            <a:br>
              <a:rPr lang="ar-MA" sz="800" dirty="0"/>
            </a:br>
            <a:r>
              <a:rPr lang="ar-MA" sz="800" dirty="0"/>
              <a:t>            </a:t>
            </a:r>
            <a:r>
              <a:rPr lang="fr-FR" sz="800" dirty="0" err="1"/>
              <a:t>cursor</a:t>
            </a:r>
            <a:r>
              <a:rPr lang="fr-FR" sz="800" dirty="0"/>
              <a:t>: pointer;          /* </a:t>
            </a:r>
            <a:r>
              <a:rPr lang="ar-MA" sz="800" dirty="0"/>
              <a:t>تحويل شكل الماوس إلى يد عند الوقوف عليه */</a:t>
            </a:r>
            <a:br>
              <a:rPr lang="ar-MA" sz="800" dirty="0"/>
            </a:br>
            <a:r>
              <a:rPr lang="ar-MA" sz="800" dirty="0"/>
              <a:t>            </a:t>
            </a:r>
            <a:r>
              <a:rPr lang="fr-FR" sz="800" dirty="0"/>
              <a:t>transition: 0.3s;         /* </a:t>
            </a:r>
            <a:r>
              <a:rPr lang="ar-MA" sz="800" dirty="0"/>
              <a:t>سلاسة عند تغيير اللون */</a:t>
            </a:r>
            <a:br>
              <a:rPr lang="ar-MA" sz="800" dirty="0"/>
            </a:br>
            <a:r>
              <a:rPr lang="ar-MA" sz="800" dirty="0"/>
              <a:t>        }</a:t>
            </a:r>
            <a:br>
              <a:rPr lang="ar-MA" sz="800" dirty="0"/>
            </a:br>
            <a:r>
              <a:rPr lang="ar-MA" sz="800" dirty="0"/>
              <a:t/>
            </a:r>
            <a:br>
              <a:rPr lang="ar-MA" sz="800" dirty="0"/>
            </a:br>
            <a:r>
              <a:rPr lang="ar-MA" sz="800" dirty="0"/>
              <a:t>        /* تأثير رائع عند مرور الماوس فوق الزر (</a:t>
            </a:r>
            <a:r>
              <a:rPr lang="fr-FR" sz="800" dirty="0" err="1"/>
              <a:t>Hover</a:t>
            </a:r>
            <a:r>
              <a:rPr lang="fr-FR" sz="800" dirty="0"/>
              <a:t>) */</a:t>
            </a:r>
            <a:br>
              <a:rPr lang="fr-FR" sz="800" dirty="0"/>
            </a:br>
            <a:r>
              <a:rPr lang="fr-FR" sz="800" dirty="0"/>
              <a:t>        .</a:t>
            </a:r>
            <a:r>
              <a:rPr lang="fr-FR" sz="800" dirty="0" err="1"/>
              <a:t>my-button:hover</a:t>
            </a:r>
            <a:r>
              <a:rPr lang="fr-FR" sz="800" dirty="0"/>
              <a:t> {</a:t>
            </a:r>
            <a:br>
              <a:rPr lang="fr-FR" sz="800" dirty="0"/>
            </a:br>
            <a:r>
              <a:rPr lang="fr-FR" sz="800" dirty="0"/>
              <a:t>            background-</a:t>
            </a:r>
            <a:r>
              <a:rPr lang="fr-FR" sz="800" dirty="0" err="1"/>
              <a:t>color</a:t>
            </a:r>
            <a:r>
              <a:rPr lang="fr-FR" sz="800" dirty="0"/>
              <a:t>: #45a049; /* </a:t>
            </a:r>
            <a:r>
              <a:rPr lang="ar-MA" sz="800" dirty="0"/>
              <a:t>يصبح اللون الأخضر أغمق قليلاً */</a:t>
            </a:r>
            <a:br>
              <a:rPr lang="ar-MA" sz="800" dirty="0"/>
            </a:br>
            <a:r>
              <a:rPr lang="ar-MA" sz="800" dirty="0"/>
              <a:t>        }</a:t>
            </a:r>
            <a:br>
              <a:rPr lang="ar-MA" sz="800" dirty="0"/>
            </a:br>
            <a:r>
              <a:rPr lang="ar-MA" sz="800" dirty="0"/>
              <a:t>    &lt;/</a:t>
            </a:r>
            <a:r>
              <a:rPr lang="fr-FR" sz="800" dirty="0"/>
              <a:t>style&gt;</a:t>
            </a:r>
            <a:br>
              <a:rPr lang="fr-FR" sz="800" dirty="0"/>
            </a:br>
            <a:r>
              <a:rPr lang="fr-FR" sz="800" dirty="0"/>
              <a:t>   &lt;a </a:t>
            </a:r>
            <a:r>
              <a:rPr lang="fr-FR" sz="800" dirty="0" err="1"/>
              <a:t>href</a:t>
            </a:r>
            <a:r>
              <a:rPr lang="fr-FR" sz="800" dirty="0"/>
              <a:t>="https://www.gmail.com" </a:t>
            </a:r>
            <a:r>
              <a:rPr lang="fr-FR" sz="800" dirty="0" err="1"/>
              <a:t>target</a:t>
            </a:r>
            <a:r>
              <a:rPr lang="fr-FR" sz="800" dirty="0"/>
              <a:t>="_</a:t>
            </a:r>
            <a:r>
              <a:rPr lang="fr-FR" sz="800" dirty="0" err="1"/>
              <a:t>blank</a:t>
            </a:r>
            <a:r>
              <a:rPr lang="fr-FR" sz="800" dirty="0"/>
              <a:t>"&gt;</a:t>
            </a:r>
            <a:br>
              <a:rPr lang="fr-FR" sz="800" dirty="0"/>
            </a:br>
            <a:r>
              <a:rPr lang="fr-FR" sz="800" dirty="0"/>
              <a:t>    &lt;</a:t>
            </a:r>
            <a:r>
              <a:rPr lang="fr-FR" sz="800" dirty="0" err="1"/>
              <a:t>button</a:t>
            </a:r>
            <a:r>
              <a:rPr lang="fr-FR" sz="800" dirty="0"/>
              <a:t>&gt;</a:t>
            </a:r>
            <a:r>
              <a:rPr lang="ar-MA" sz="800" dirty="0"/>
              <a:t>الانتقال إلى </a:t>
            </a:r>
            <a:r>
              <a:rPr lang="ar-MA" sz="800" dirty="0" err="1"/>
              <a:t>جمايل</a:t>
            </a:r>
            <a:r>
              <a:rPr lang="ar-MA" sz="800" dirty="0"/>
              <a:t>&lt;/</a:t>
            </a:r>
            <a:r>
              <a:rPr lang="fr-FR" sz="800" dirty="0" err="1"/>
              <a:t>button</a:t>
            </a:r>
            <a:r>
              <a:rPr lang="fr-FR" sz="800" dirty="0"/>
              <a:t>&gt;</a:t>
            </a:r>
            <a:br>
              <a:rPr lang="fr-FR" sz="800" dirty="0"/>
            </a:br>
            <a:r>
              <a:rPr lang="fr-FR" sz="800" dirty="0"/>
              <a:t>&lt;/a&gt;</a:t>
            </a:r>
            <a:br>
              <a:rPr lang="fr-FR" sz="800" dirty="0"/>
            </a:br>
            <a:r>
              <a:rPr lang="fr-FR" sz="800" dirty="0"/>
              <a:t>&lt;style&gt;</a:t>
            </a:r>
            <a:br>
              <a:rPr lang="fr-FR" sz="800" dirty="0"/>
            </a:br>
            <a:r>
              <a:rPr lang="fr-FR" sz="800" dirty="0"/>
              <a:t>        /* </a:t>
            </a:r>
            <a:r>
              <a:rPr lang="ar-MA" sz="800" dirty="0"/>
              <a:t>لتوسيط الأزرار في منتصف الشاشة */</a:t>
            </a:r>
            <a:br>
              <a:rPr lang="ar-MA" sz="800" dirty="0"/>
            </a:br>
            <a:r>
              <a:rPr lang="ar-MA" sz="800" dirty="0"/>
              <a:t>        .</a:t>
            </a:r>
            <a:r>
              <a:rPr lang="fr-FR" sz="800" dirty="0"/>
              <a:t>container {</a:t>
            </a:r>
            <a:br>
              <a:rPr lang="fr-FR" sz="800" dirty="0"/>
            </a:br>
            <a:r>
              <a:rPr lang="fr-FR" sz="800" dirty="0"/>
              <a:t>            </a:t>
            </a:r>
            <a:r>
              <a:rPr lang="fr-FR" sz="800" dirty="0" err="1"/>
              <a:t>text-align</a:t>
            </a:r>
            <a:r>
              <a:rPr lang="fr-FR" sz="800" dirty="0"/>
              <a:t>: center;</a:t>
            </a:r>
            <a:br>
              <a:rPr lang="fr-FR" sz="800" dirty="0"/>
            </a:br>
            <a:r>
              <a:rPr lang="fr-FR" sz="800" dirty="0"/>
              <a:t>            </a:t>
            </a:r>
            <a:r>
              <a:rPr lang="fr-FR" sz="800" dirty="0" err="1"/>
              <a:t>margin</a:t>
            </a:r>
            <a:r>
              <a:rPr lang="fr-FR" sz="800" dirty="0"/>
              <a:t>-top: 50px;</a:t>
            </a:r>
            <a:br>
              <a:rPr lang="fr-FR" sz="800" dirty="0"/>
            </a:br>
            <a:r>
              <a:rPr lang="fr-FR" sz="800" dirty="0"/>
              <a:t>        }</a:t>
            </a:r>
            <a:br>
              <a:rPr lang="fr-FR" sz="800" dirty="0"/>
            </a:br>
            <a:r>
              <a:rPr lang="fr-FR" sz="800" dirty="0"/>
              <a:t/>
            </a:r>
            <a:br>
              <a:rPr lang="fr-FR" sz="800" dirty="0"/>
            </a:br>
            <a:r>
              <a:rPr lang="fr-FR" sz="800" dirty="0"/>
              <a:t>        /* </a:t>
            </a:r>
            <a:r>
              <a:rPr lang="ar-MA" sz="800" dirty="0"/>
              <a:t>تنسيق الزر وتلوينه */</a:t>
            </a:r>
            <a:br>
              <a:rPr lang="ar-MA" sz="800" dirty="0"/>
            </a:br>
            <a:r>
              <a:rPr lang="ar-MA" sz="800" dirty="0"/>
              <a:t>        .</a:t>
            </a:r>
            <a:r>
              <a:rPr lang="fr-FR" sz="800" dirty="0" err="1"/>
              <a:t>my-button</a:t>
            </a:r>
            <a:r>
              <a:rPr lang="fr-FR" sz="800" dirty="0"/>
              <a:t> {</a:t>
            </a:r>
            <a:br>
              <a:rPr lang="fr-FR" sz="800" dirty="0"/>
            </a:br>
            <a:r>
              <a:rPr lang="fr-FR" sz="800" dirty="0"/>
              <a:t>            background-</a:t>
            </a:r>
            <a:r>
              <a:rPr lang="fr-FR" sz="800" dirty="0" err="1"/>
              <a:t>color</a:t>
            </a:r>
            <a:r>
              <a:rPr lang="fr-FR" sz="800" dirty="0"/>
              <a:t>: #4CAF50; /* </a:t>
            </a:r>
            <a:r>
              <a:rPr lang="ar-MA" sz="800" dirty="0"/>
              <a:t>لون الخلفية (أخضر) */</a:t>
            </a:r>
            <a:br>
              <a:rPr lang="ar-MA" sz="800" dirty="0"/>
            </a:br>
            <a:r>
              <a:rPr lang="ar-MA" sz="800" dirty="0"/>
              <a:t>            </a:t>
            </a:r>
            <a:r>
              <a:rPr lang="fr-FR" sz="800" dirty="0" err="1"/>
              <a:t>color</a:t>
            </a:r>
            <a:r>
              <a:rPr lang="fr-FR" sz="800" dirty="0"/>
              <a:t>: white;             /* </a:t>
            </a:r>
            <a:r>
              <a:rPr lang="ar-MA" sz="800" dirty="0"/>
              <a:t>لون النص داخل الزر */</a:t>
            </a:r>
            <a:br>
              <a:rPr lang="ar-MA" sz="800" dirty="0"/>
            </a:br>
            <a:r>
              <a:rPr lang="ar-MA" sz="800" dirty="0"/>
              <a:t>            </a:t>
            </a:r>
            <a:r>
              <a:rPr lang="fr-FR" sz="800" dirty="0" err="1"/>
              <a:t>padding</a:t>
            </a:r>
            <a:r>
              <a:rPr lang="fr-FR" sz="800" dirty="0"/>
              <a:t>: 12px 24px;       /* </a:t>
            </a:r>
            <a:r>
              <a:rPr lang="ar-MA" sz="800" dirty="0"/>
              <a:t>المساحة الداخلية (حجم الزر) */</a:t>
            </a:r>
            <a:br>
              <a:rPr lang="ar-MA" sz="800" dirty="0"/>
            </a:br>
            <a:r>
              <a:rPr lang="ar-MA" sz="800" dirty="0"/>
              <a:t>            </a:t>
            </a:r>
            <a:r>
              <a:rPr lang="fr-FR" sz="800" dirty="0"/>
              <a:t>font-size: 16px;          /* </a:t>
            </a:r>
            <a:r>
              <a:rPr lang="ar-MA" sz="800" dirty="0"/>
              <a:t>حجم الخط */</a:t>
            </a:r>
            <a:br>
              <a:rPr lang="ar-MA" sz="800" dirty="0"/>
            </a:br>
            <a:r>
              <a:rPr lang="ar-MA" sz="800" dirty="0"/>
              <a:t>            </a:t>
            </a:r>
            <a:r>
              <a:rPr lang="fr-FR" sz="800" dirty="0"/>
              <a:t>border: none;             /* </a:t>
            </a:r>
            <a:r>
              <a:rPr lang="ar-MA" sz="800" dirty="0"/>
              <a:t>إزالة الحدود الافتراضية */</a:t>
            </a:r>
            <a:br>
              <a:rPr lang="ar-MA" sz="800" dirty="0"/>
            </a:br>
            <a:r>
              <a:rPr lang="ar-MA" sz="800" dirty="0"/>
              <a:t>            </a:t>
            </a:r>
            <a:r>
              <a:rPr lang="fr-FR" sz="800" dirty="0"/>
              <a:t>border-radius: 8px;       /* </a:t>
            </a:r>
            <a:r>
              <a:rPr lang="ar-MA" sz="800" dirty="0"/>
              <a:t>جعل زوايا الزر دائرية ومنحنية */</a:t>
            </a:r>
            <a:br>
              <a:rPr lang="ar-MA" sz="800" dirty="0"/>
            </a:br>
            <a:r>
              <a:rPr lang="ar-MA" sz="800" dirty="0"/>
              <a:t>            </a:t>
            </a:r>
            <a:r>
              <a:rPr lang="fr-FR" sz="800" dirty="0" err="1"/>
              <a:t>cursor</a:t>
            </a:r>
            <a:r>
              <a:rPr lang="fr-FR" sz="800" dirty="0"/>
              <a:t>: pointer;          /* </a:t>
            </a:r>
            <a:r>
              <a:rPr lang="ar-MA" sz="800" dirty="0"/>
              <a:t>تحويل شكل الماوس إلى يد عند الوقوف عليه */</a:t>
            </a:r>
            <a:br>
              <a:rPr lang="ar-MA" sz="800" dirty="0"/>
            </a:br>
            <a:r>
              <a:rPr lang="ar-MA" sz="800" dirty="0"/>
              <a:t>            </a:t>
            </a:r>
            <a:r>
              <a:rPr lang="fr-FR" sz="800" dirty="0"/>
              <a:t>transition: 0.3s;         /* </a:t>
            </a:r>
            <a:r>
              <a:rPr lang="ar-MA" sz="800" dirty="0"/>
              <a:t>سلاسة عند تغيير اللون */</a:t>
            </a:r>
            <a:br>
              <a:rPr lang="ar-MA" sz="800" dirty="0"/>
            </a:br>
            <a:r>
              <a:rPr lang="ar-MA" sz="800" dirty="0"/>
              <a:t>        }</a:t>
            </a:r>
            <a:br>
              <a:rPr lang="ar-MA" sz="800" dirty="0"/>
            </a:br>
            <a:r>
              <a:rPr lang="ar-MA" sz="800" dirty="0"/>
              <a:t/>
            </a:r>
            <a:br>
              <a:rPr lang="ar-MA" sz="800" dirty="0"/>
            </a:br>
            <a:r>
              <a:rPr lang="ar-MA" sz="800" dirty="0"/>
              <a:t>        /* تأثير رائع عند مرور الماوس فوق الزر (</a:t>
            </a:r>
            <a:r>
              <a:rPr lang="fr-FR" sz="800" dirty="0" err="1"/>
              <a:t>Hover</a:t>
            </a:r>
            <a:r>
              <a:rPr lang="fr-FR" sz="800" dirty="0"/>
              <a:t>) */</a:t>
            </a:r>
            <a:br>
              <a:rPr lang="fr-FR" sz="800" dirty="0"/>
            </a:br>
            <a:r>
              <a:rPr lang="fr-FR" sz="800" dirty="0"/>
              <a:t>        .</a:t>
            </a:r>
            <a:r>
              <a:rPr lang="fr-FR" sz="800" dirty="0" err="1"/>
              <a:t>my-button:hover</a:t>
            </a:r>
            <a:r>
              <a:rPr lang="fr-FR" sz="800" dirty="0"/>
              <a:t> {</a:t>
            </a:r>
            <a:br>
              <a:rPr lang="fr-FR" sz="800" dirty="0"/>
            </a:br>
            <a:r>
              <a:rPr lang="fr-FR" sz="800" dirty="0"/>
              <a:t>            background-</a:t>
            </a:r>
            <a:r>
              <a:rPr lang="fr-FR" sz="800" dirty="0" err="1"/>
              <a:t>color</a:t>
            </a:r>
            <a:r>
              <a:rPr lang="fr-FR" sz="800" dirty="0"/>
              <a:t>: #45a049; /* </a:t>
            </a:r>
            <a:r>
              <a:rPr lang="ar-MA" sz="800" dirty="0"/>
              <a:t>يصبح اللون الأخضر أغمق قليلاً */</a:t>
            </a:r>
            <a:br>
              <a:rPr lang="ar-MA" sz="800" dirty="0"/>
            </a:br>
            <a:r>
              <a:rPr lang="ar-MA" sz="800" dirty="0"/>
              <a:t>        }</a:t>
            </a:r>
            <a:br>
              <a:rPr lang="ar-MA" sz="800" dirty="0"/>
            </a:br>
            <a:r>
              <a:rPr lang="ar-MA" sz="800" dirty="0"/>
              <a:t>    &lt;/</a:t>
            </a:r>
            <a:r>
              <a:rPr lang="fr-FR" sz="800" dirty="0"/>
              <a:t>style&gt;</a:t>
            </a:r>
            <a:br>
              <a:rPr lang="fr-FR" sz="800" dirty="0"/>
            </a:br>
            <a:r>
              <a:rPr lang="fr-FR" sz="800" dirty="0"/>
              <a:t>    &lt;a </a:t>
            </a:r>
            <a:r>
              <a:rPr lang="fr-FR" sz="800" dirty="0" err="1"/>
              <a:t>href</a:t>
            </a:r>
            <a:r>
              <a:rPr lang="fr-FR" sz="800" dirty="0"/>
              <a:t>="https://www.gmail.com" </a:t>
            </a:r>
            <a:r>
              <a:rPr lang="fr-FR" sz="800" dirty="0" err="1"/>
              <a:t>target</a:t>
            </a:r>
            <a:r>
              <a:rPr lang="fr-FR" sz="800" dirty="0"/>
              <a:t>="_</a:t>
            </a:r>
            <a:r>
              <a:rPr lang="fr-FR" sz="800" dirty="0" err="1"/>
              <a:t>blank</a:t>
            </a:r>
            <a:r>
              <a:rPr lang="fr-FR" sz="800" dirty="0"/>
              <a:t>"&gt;</a:t>
            </a:r>
            <a:br>
              <a:rPr lang="fr-FR" sz="800" dirty="0"/>
            </a:br>
            <a:r>
              <a:rPr lang="fr-FR" sz="800" dirty="0"/>
              <a:t>    &lt;</a:t>
            </a:r>
            <a:r>
              <a:rPr lang="fr-FR" sz="800" dirty="0" err="1"/>
              <a:t>button</a:t>
            </a:r>
            <a:r>
              <a:rPr lang="fr-FR" sz="800" dirty="0"/>
              <a:t>&gt;</a:t>
            </a:r>
            <a:r>
              <a:rPr lang="ar-MA" sz="800" dirty="0"/>
              <a:t>الانتقال إلى جوجل&lt;/</a:t>
            </a:r>
            <a:r>
              <a:rPr lang="fr-FR" sz="800" dirty="0" err="1"/>
              <a:t>button</a:t>
            </a:r>
            <a:r>
              <a:rPr lang="fr-FR" sz="800" dirty="0"/>
              <a:t>&gt;</a:t>
            </a:r>
            <a:br>
              <a:rPr lang="fr-FR" sz="800" dirty="0"/>
            </a:br>
            <a:r>
              <a:rPr lang="fr-FR" sz="800" dirty="0"/>
              <a:t>&lt;/a&gt;</a:t>
            </a:r>
            <a:br>
              <a:rPr lang="fr-FR" sz="800" dirty="0"/>
            </a:br>
            <a:r>
              <a:rPr lang="fr-FR" sz="800" dirty="0"/>
              <a:t>&lt;/</a:t>
            </a:r>
            <a:r>
              <a:rPr lang="fr-FR" sz="800" dirty="0" err="1"/>
              <a:t>head</a:t>
            </a:r>
            <a:r>
              <a:rPr lang="fr-FR" sz="800" dirty="0"/>
              <a:t>&gt;                                               </a:t>
            </a:r>
            <a:br>
              <a:rPr lang="fr-FR" sz="800" dirty="0"/>
            </a:br>
            <a:r>
              <a:rPr lang="fr-FR" sz="800" dirty="0"/>
              <a:t>&lt;body&gt;</a:t>
            </a:r>
            <a:br>
              <a:rPr lang="fr-FR" sz="800" dirty="0"/>
            </a:br>
            <a:r>
              <a:rPr lang="fr-FR" sz="800" dirty="0"/>
              <a:t>                                  &lt;h1&gt;  bonjour&lt;/h1&gt;</a:t>
            </a:r>
            <a:br>
              <a:rPr lang="fr-FR" sz="800" dirty="0"/>
            </a:br>
            <a:r>
              <a:rPr lang="fr-FR" sz="800" dirty="0"/>
              <a:t>             &lt;h2&gt; This </a:t>
            </a:r>
            <a:r>
              <a:rPr lang="fr-FR" sz="800" dirty="0" err="1"/>
              <a:t>is</a:t>
            </a:r>
            <a:r>
              <a:rPr lang="fr-FR" sz="800" dirty="0"/>
              <a:t> a </a:t>
            </a:r>
            <a:r>
              <a:rPr lang="fr-FR" sz="800" dirty="0" err="1"/>
              <a:t>website</a:t>
            </a:r>
            <a:r>
              <a:rPr lang="fr-FR" sz="800" dirty="0"/>
              <a:t> for engineering on </a:t>
            </a:r>
            <a:r>
              <a:rPr lang="fr-FR" sz="800" dirty="0" err="1"/>
              <a:t>electronic</a:t>
            </a:r>
            <a:r>
              <a:rPr lang="fr-FR" sz="800" dirty="0"/>
              <a:t> </a:t>
            </a:r>
            <a:r>
              <a:rPr lang="fr-FR" sz="800" dirty="0" err="1"/>
              <a:t>paper</a:t>
            </a:r>
            <a:r>
              <a:rPr lang="fr-FR" sz="800" dirty="0"/>
              <a:t>.&lt;/h2&gt;  </a:t>
            </a:r>
            <a:br>
              <a:rPr lang="fr-FR" sz="800" dirty="0"/>
            </a:br>
            <a:r>
              <a:rPr lang="fr-FR" sz="800" dirty="0"/>
              <a:t>             &lt;!-- </a:t>
            </a:r>
            <a:r>
              <a:rPr lang="ar-MA" sz="800" dirty="0"/>
              <a:t>العنوان (</a:t>
            </a:r>
            <a:r>
              <a:rPr lang="fr-FR" sz="800" dirty="0"/>
              <a:t>h3) --&gt;</a:t>
            </a:r>
            <a:br>
              <a:rPr lang="fr-FR" sz="800" dirty="0"/>
            </a:br>
            <a:r>
              <a:rPr lang="fr-FR" sz="800" dirty="0"/>
              <a:t>                             &lt;h3&gt;Class </a:t>
            </a:r>
            <a:r>
              <a:rPr lang="fr-FR" sz="800" dirty="0" err="1"/>
              <a:t>schedule</a:t>
            </a:r>
            <a:r>
              <a:rPr lang="fr-FR" sz="800" dirty="0"/>
              <a:t>:&lt;/h3&gt;</a:t>
            </a:r>
            <a:br>
              <a:rPr lang="fr-FR" sz="800" dirty="0"/>
            </a:br>
            <a:r>
              <a:rPr lang="fr-FR" sz="800" dirty="0"/>
              <a:t>    &lt;!-- </a:t>
            </a:r>
            <a:r>
              <a:rPr lang="ar-MA" sz="800" dirty="0"/>
              <a:t>الجدول (</a:t>
            </a:r>
            <a:r>
              <a:rPr lang="fr-FR" sz="800" dirty="0"/>
              <a:t>table) </a:t>
            </a:r>
            <a:r>
              <a:rPr lang="ar-MA" sz="800" dirty="0"/>
              <a:t>يكتب هنا منفصلاً تحت العنوان --&gt;</a:t>
            </a:r>
            <a:br>
              <a:rPr lang="ar-MA" sz="800" dirty="0"/>
            </a:br>
            <a:r>
              <a:rPr lang="ar-MA" sz="800" dirty="0"/>
              <a:t>    &lt;</a:t>
            </a:r>
            <a:r>
              <a:rPr lang="fr-FR" sz="800" dirty="0"/>
              <a:t>table&gt;</a:t>
            </a:r>
            <a:br>
              <a:rPr lang="fr-FR" sz="800" dirty="0"/>
            </a:br>
            <a:r>
              <a:rPr lang="fr-FR" sz="800" dirty="0"/>
              <a:t>        &lt;</a:t>
            </a:r>
            <a:r>
              <a:rPr lang="fr-FR" sz="800" dirty="0" err="1"/>
              <a:t>thead</a:t>
            </a:r>
            <a:r>
              <a:rPr lang="fr-FR" sz="800" dirty="0"/>
              <a:t>&gt;</a:t>
            </a:r>
            <a:br>
              <a:rPr lang="fr-FR" sz="800" dirty="0"/>
            </a:br>
            <a:r>
              <a:rPr lang="fr-FR" sz="800" dirty="0"/>
              <a:t>            &lt;tr&gt;</a:t>
            </a:r>
            <a:br>
              <a:rPr lang="fr-FR" sz="800" dirty="0"/>
            </a:br>
            <a:r>
              <a:rPr lang="fr-FR" sz="800" dirty="0"/>
              <a:t>                &lt;th&gt;</a:t>
            </a:r>
            <a:r>
              <a:rPr lang="fr-FR" sz="800" dirty="0" err="1"/>
              <a:t>Material</a:t>
            </a:r>
            <a:r>
              <a:rPr lang="fr-FR" sz="800" dirty="0"/>
              <a:t>&lt;/th&gt;</a:t>
            </a:r>
            <a:br>
              <a:rPr lang="fr-FR" sz="800" dirty="0"/>
            </a:br>
            <a:r>
              <a:rPr lang="fr-FR" sz="800" dirty="0"/>
              <a:t>                &lt;th&gt;Day&lt;/th&gt;</a:t>
            </a:r>
            <a:br>
              <a:rPr lang="fr-FR" sz="800" dirty="0"/>
            </a:br>
            <a:r>
              <a:rPr lang="fr-FR" sz="800" dirty="0"/>
              <a:t>                &lt;th&gt;Time&lt;/th&gt;</a:t>
            </a:r>
            <a:br>
              <a:rPr lang="fr-FR" sz="800" dirty="0"/>
            </a:br>
            <a:r>
              <a:rPr lang="fr-FR" sz="800" dirty="0"/>
              <a:t>            &lt;/tr&gt;</a:t>
            </a:r>
            <a:br>
              <a:rPr lang="fr-FR" sz="800" dirty="0"/>
            </a:br>
            <a:r>
              <a:rPr lang="fr-FR" sz="800" dirty="0"/>
              <a:t>        &lt;/</a:t>
            </a:r>
            <a:r>
              <a:rPr lang="fr-FR" sz="800" dirty="0" err="1"/>
              <a:t>thead</a:t>
            </a:r>
            <a:r>
              <a:rPr lang="fr-FR" sz="800" dirty="0"/>
              <a:t>&gt;</a:t>
            </a:r>
            <a:br>
              <a:rPr lang="fr-FR" sz="800" dirty="0"/>
            </a:br>
            <a:r>
              <a:rPr lang="fr-FR" sz="800" dirty="0"/>
              <a:t>        &lt;</a:t>
            </a:r>
            <a:r>
              <a:rPr lang="fr-FR" sz="800" dirty="0" err="1"/>
              <a:t>tbody</a:t>
            </a:r>
            <a:r>
              <a:rPr lang="fr-FR" sz="800" dirty="0"/>
              <a:t>&gt;</a:t>
            </a:r>
            <a:br>
              <a:rPr lang="fr-FR" sz="800" dirty="0"/>
            </a:br>
            <a:r>
              <a:rPr lang="fr-FR" sz="800" dirty="0"/>
              <a:t>            &lt;tr&gt;</a:t>
            </a:r>
            <a:br>
              <a:rPr lang="fr-FR" sz="800" dirty="0"/>
            </a:br>
            <a:r>
              <a:rPr lang="fr-FR" sz="800" dirty="0"/>
              <a:t>                &lt;td&gt;</a:t>
            </a:r>
            <a:r>
              <a:rPr lang="fr-FR" sz="800" dirty="0" err="1"/>
              <a:t>Programming</a:t>
            </a:r>
            <a:r>
              <a:rPr lang="fr-FR" sz="800" dirty="0"/>
              <a:t>&lt;/td&gt;</a:t>
            </a:r>
            <a:br>
              <a:rPr lang="fr-FR" sz="800" dirty="0"/>
            </a:br>
            <a:r>
              <a:rPr lang="fr-FR" sz="800" dirty="0"/>
              <a:t>                &lt;td&gt;</a:t>
            </a:r>
            <a:r>
              <a:rPr lang="fr-FR" sz="800" dirty="0" err="1"/>
              <a:t>Sunday</a:t>
            </a:r>
            <a:r>
              <a:rPr lang="fr-FR" sz="800" dirty="0"/>
              <a:t>&lt;/td&gt;</a:t>
            </a:r>
            <a:br>
              <a:rPr lang="fr-FR" sz="800" dirty="0"/>
            </a:br>
            <a:r>
              <a:rPr lang="fr-FR" sz="800" dirty="0"/>
              <a:t>                &lt;td&gt;10:00 AM&lt;/td&gt;</a:t>
            </a:r>
            <a:br>
              <a:rPr lang="fr-FR" sz="800" dirty="0"/>
            </a:br>
            <a:r>
              <a:rPr lang="fr-FR" sz="800" dirty="0"/>
              <a:t>            &lt;/tr&gt;</a:t>
            </a:r>
            <a:br>
              <a:rPr lang="fr-FR" sz="800" dirty="0"/>
            </a:br>
            <a:r>
              <a:rPr lang="fr-FR" sz="800" dirty="0"/>
              <a:t>            &lt;tr&gt;</a:t>
            </a:r>
            <a:br>
              <a:rPr lang="fr-FR" sz="800" dirty="0"/>
            </a:br>
            <a:r>
              <a:rPr lang="fr-FR" sz="800" dirty="0"/>
              <a:t>                &lt;td&gt;Design&lt;/td&gt;</a:t>
            </a:r>
            <a:br>
              <a:rPr lang="fr-FR" sz="800" dirty="0"/>
            </a:br>
            <a:r>
              <a:rPr lang="fr-FR" sz="800" dirty="0"/>
              <a:t>                &lt;td&gt;Tuesday&lt;/td&gt;</a:t>
            </a:r>
            <a:br>
              <a:rPr lang="fr-FR" sz="800" dirty="0"/>
            </a:br>
            <a:r>
              <a:rPr lang="fr-FR" sz="800" dirty="0"/>
              <a:t>                &lt;td&gt;01:00 PM&lt;/td&gt;</a:t>
            </a:r>
            <a:br>
              <a:rPr lang="fr-FR" sz="800" dirty="0"/>
            </a:br>
            <a:r>
              <a:rPr lang="fr-FR" sz="800" dirty="0"/>
              <a:t>            &lt;/tr&gt;</a:t>
            </a:r>
            <a:br>
              <a:rPr lang="fr-FR" sz="800" dirty="0"/>
            </a:br>
            <a:r>
              <a:rPr lang="fr-FR" sz="800" dirty="0"/>
              <a:t>        &lt;/</a:t>
            </a:r>
            <a:r>
              <a:rPr lang="fr-FR" sz="800" dirty="0" err="1"/>
              <a:t>tbody</a:t>
            </a:r>
            <a:r>
              <a:rPr lang="fr-FR" sz="800" dirty="0"/>
              <a:t>&gt;</a:t>
            </a:r>
            <a:br>
              <a:rPr lang="fr-FR" sz="800" dirty="0"/>
            </a:br>
            <a:r>
              <a:rPr lang="fr-FR" sz="800" dirty="0"/>
              <a:t>    &lt;/table&gt;</a:t>
            </a:r>
            <a:br>
              <a:rPr lang="fr-FR" sz="800" dirty="0"/>
            </a:br>
            <a:r>
              <a:rPr lang="fr-FR" sz="800" dirty="0"/>
              <a:t>                                &lt;h4&gt;Class </a:t>
            </a:r>
            <a:r>
              <a:rPr lang="fr-FR" sz="800" dirty="0" err="1"/>
              <a:t>schedule</a:t>
            </a:r>
            <a:r>
              <a:rPr lang="fr-FR" sz="800" dirty="0"/>
              <a:t>:&lt;/h4&gt;</a:t>
            </a:r>
            <a:br>
              <a:rPr lang="fr-FR" sz="800" dirty="0"/>
            </a:br>
            <a:r>
              <a:rPr lang="fr-FR" sz="800" dirty="0"/>
              <a:t>    &lt;!-- </a:t>
            </a:r>
            <a:r>
              <a:rPr lang="ar-MA" sz="800" dirty="0"/>
              <a:t>الجدول (</a:t>
            </a:r>
            <a:r>
              <a:rPr lang="fr-FR" sz="800" dirty="0"/>
              <a:t>table) </a:t>
            </a:r>
            <a:r>
              <a:rPr lang="ar-MA" sz="800" dirty="0"/>
              <a:t>يكتب هنا منفصلاً تحت العنوان --&gt;</a:t>
            </a:r>
            <a:br>
              <a:rPr lang="ar-MA" sz="800" dirty="0"/>
            </a:br>
            <a:r>
              <a:rPr lang="ar-MA" sz="800" dirty="0"/>
              <a:t>    &lt;</a:t>
            </a:r>
            <a:r>
              <a:rPr lang="fr-FR" sz="800" dirty="0"/>
              <a:t>table&gt;</a:t>
            </a:r>
            <a:br>
              <a:rPr lang="fr-FR" sz="800" dirty="0"/>
            </a:br>
            <a:r>
              <a:rPr lang="fr-FR" sz="800" dirty="0"/>
              <a:t>        &lt;</a:t>
            </a:r>
            <a:r>
              <a:rPr lang="fr-FR" sz="800" dirty="0" err="1"/>
              <a:t>thead</a:t>
            </a:r>
            <a:r>
              <a:rPr lang="fr-FR" sz="800" dirty="0"/>
              <a:t>&gt;</a:t>
            </a:r>
            <a:br>
              <a:rPr lang="fr-FR" sz="800" dirty="0"/>
            </a:br>
            <a:r>
              <a:rPr lang="fr-FR" sz="800" dirty="0"/>
              <a:t>            &lt;tr&gt;</a:t>
            </a:r>
            <a:br>
              <a:rPr lang="fr-FR" sz="800" dirty="0"/>
            </a:br>
            <a:r>
              <a:rPr lang="fr-FR" sz="800" dirty="0"/>
              <a:t>                &lt;th&gt;Daily issue&lt;/th&gt;</a:t>
            </a:r>
            <a:br>
              <a:rPr lang="fr-FR" sz="800" dirty="0"/>
            </a:br>
            <a:r>
              <a:rPr lang="fr-FR" sz="800" dirty="0"/>
              <a:t>                &lt;th&gt;</a:t>
            </a:r>
            <a:r>
              <a:rPr lang="fr-FR" sz="800" dirty="0" err="1"/>
              <a:t>Programming</a:t>
            </a:r>
            <a:r>
              <a:rPr lang="fr-FR" sz="800" dirty="0"/>
              <a:t>&lt;/th&gt;</a:t>
            </a:r>
            <a:br>
              <a:rPr lang="fr-FR" sz="800" dirty="0"/>
            </a:br>
            <a:r>
              <a:rPr lang="fr-FR" sz="800" dirty="0"/>
              <a:t>                &lt;th&gt;Design&lt;/th&gt;</a:t>
            </a:r>
            <a:br>
              <a:rPr lang="fr-FR" sz="800" dirty="0"/>
            </a:br>
            <a:r>
              <a:rPr lang="fr-FR" sz="800" dirty="0"/>
              <a:t>            &lt;/tr&gt;</a:t>
            </a:r>
            <a:br>
              <a:rPr lang="fr-FR" sz="800" dirty="0"/>
            </a:br>
            <a:r>
              <a:rPr lang="fr-FR" sz="800" dirty="0"/>
              <a:t>        &lt;/</a:t>
            </a:r>
            <a:r>
              <a:rPr lang="fr-FR" sz="800" dirty="0" err="1"/>
              <a:t>thead</a:t>
            </a:r>
            <a:r>
              <a:rPr lang="fr-FR" sz="800" dirty="0"/>
              <a:t>&gt;</a:t>
            </a:r>
            <a:br>
              <a:rPr lang="fr-FR" sz="800" dirty="0"/>
            </a:br>
            <a:r>
              <a:rPr lang="fr-FR" sz="800" dirty="0"/>
              <a:t>        &lt;</a:t>
            </a:r>
            <a:r>
              <a:rPr lang="fr-FR" sz="800" dirty="0" err="1"/>
              <a:t>tbody</a:t>
            </a:r>
            <a:r>
              <a:rPr lang="fr-FR" sz="800" dirty="0"/>
              <a:t>&gt;</a:t>
            </a:r>
            <a:br>
              <a:rPr lang="fr-FR" sz="800" dirty="0"/>
            </a:br>
            <a:r>
              <a:rPr lang="fr-FR" sz="800" dirty="0"/>
              <a:t>            &lt;tr&gt;</a:t>
            </a:r>
            <a:br>
              <a:rPr lang="fr-FR" sz="800" dirty="0"/>
            </a:br>
            <a:r>
              <a:rPr lang="fr-FR" sz="800" dirty="0"/>
              <a:t>                &lt;td&gt;</a:t>
            </a:r>
            <a:r>
              <a:rPr lang="fr-FR" sz="800" dirty="0" err="1"/>
              <a:t>number</a:t>
            </a:r>
            <a:r>
              <a:rPr lang="fr-FR" sz="800" dirty="0"/>
              <a:t>&lt;/td&gt;</a:t>
            </a:r>
            <a:br>
              <a:rPr lang="fr-FR" sz="800" dirty="0"/>
            </a:br>
            <a:r>
              <a:rPr lang="fr-FR" sz="800" dirty="0"/>
              <a:t>                &lt;td&gt;....................................................................................................................&lt;/td&gt;</a:t>
            </a:r>
            <a:br>
              <a:rPr lang="fr-FR" sz="800" dirty="0"/>
            </a:br>
            <a:r>
              <a:rPr lang="fr-FR" sz="800" dirty="0"/>
              <a:t>                &lt;td&gt;....................................................................................................................&lt;/td&gt;</a:t>
            </a:r>
            <a:br>
              <a:rPr lang="fr-FR" sz="800" dirty="0"/>
            </a:br>
            <a:r>
              <a:rPr lang="fr-FR" sz="800" dirty="0"/>
              <a:t>            &lt;/tr&gt;</a:t>
            </a:r>
            <a:br>
              <a:rPr lang="fr-FR" sz="800" dirty="0"/>
            </a:br>
            <a:r>
              <a:rPr lang="fr-FR" sz="800" dirty="0"/>
              <a:t>            &lt;tr&gt;</a:t>
            </a:r>
            <a:br>
              <a:rPr lang="fr-FR" sz="800" dirty="0"/>
            </a:br>
            <a:r>
              <a:rPr lang="fr-FR" sz="800" dirty="0"/>
              <a:t>                &lt;td&gt;time&lt;/td&gt;</a:t>
            </a:r>
            <a:br>
              <a:rPr lang="fr-FR" sz="800" dirty="0"/>
            </a:br>
            <a:r>
              <a:rPr lang="fr-FR" sz="800" dirty="0"/>
              <a:t>                &lt;td&gt;....................................................................................................................&lt;/td&gt;</a:t>
            </a:r>
            <a:br>
              <a:rPr lang="fr-FR" sz="800" dirty="0"/>
            </a:br>
            <a:r>
              <a:rPr lang="fr-FR" sz="800" dirty="0"/>
              <a:t>                &lt;td&gt;....................................................................................................................&lt;/td&gt;</a:t>
            </a:r>
            <a:br>
              <a:rPr lang="fr-FR" sz="800" dirty="0"/>
            </a:br>
            <a:r>
              <a:rPr lang="fr-FR" sz="800" dirty="0"/>
              <a:t>            &lt;/tr&gt;</a:t>
            </a:r>
            <a:br>
              <a:rPr lang="fr-FR" sz="800" dirty="0"/>
            </a:br>
            <a:r>
              <a:rPr lang="fr-FR" sz="800" dirty="0"/>
              <a:t>        &lt;/</a:t>
            </a:r>
            <a:r>
              <a:rPr lang="fr-FR" sz="800" dirty="0" err="1"/>
              <a:t>tbody</a:t>
            </a:r>
            <a:r>
              <a:rPr lang="fr-FR" sz="800" dirty="0"/>
              <a:t>&gt;</a:t>
            </a:r>
            <a:br>
              <a:rPr lang="fr-FR" sz="800" dirty="0"/>
            </a:br>
            <a:r>
              <a:rPr lang="fr-FR" sz="800" dirty="0"/>
              <a:t>    &lt;/table&gt;</a:t>
            </a:r>
            <a:br>
              <a:rPr lang="fr-FR" sz="800" dirty="0"/>
            </a:br>
            <a:r>
              <a:rPr lang="fr-FR" sz="800" dirty="0"/>
              <a:t>    &lt;style&gt;</a:t>
            </a:r>
            <a:br>
              <a:rPr lang="fr-FR" sz="800" dirty="0"/>
            </a:br>
            <a:r>
              <a:rPr lang="fr-FR" sz="800" dirty="0"/>
              <a:t>    table {</a:t>
            </a:r>
            <a:br>
              <a:rPr lang="fr-FR" sz="800" dirty="0"/>
            </a:br>
            <a:r>
              <a:rPr lang="fr-FR" sz="800" dirty="0"/>
              <a:t>        </a:t>
            </a:r>
            <a:r>
              <a:rPr lang="fr-FR" sz="800" dirty="0" err="1"/>
              <a:t>width</a:t>
            </a:r>
            <a:r>
              <a:rPr lang="fr-FR" sz="800" dirty="0"/>
              <a:t>: 60%; /* </a:t>
            </a:r>
            <a:r>
              <a:rPr lang="ar-MA" sz="800" dirty="0"/>
              <a:t>يفضل تحديد عرض للجدول ليظهر التوسط بوضوح */</a:t>
            </a:r>
            <a:br>
              <a:rPr lang="ar-MA" sz="800" dirty="0"/>
            </a:br>
            <a:r>
              <a:rPr lang="ar-MA" sz="800" dirty="0"/>
              <a:t>        </a:t>
            </a:r>
            <a:r>
              <a:rPr lang="fr-FR" sz="800" dirty="0" err="1"/>
              <a:t>margin</a:t>
            </a:r>
            <a:r>
              <a:rPr lang="fr-FR" sz="800" dirty="0"/>
              <a:t>: 20px auto; /* </a:t>
            </a:r>
            <a:r>
              <a:rPr lang="ar-MA" sz="800" dirty="0"/>
              <a:t>هذا السطر هو السحر الذي يضعه في المنتصف */</a:t>
            </a:r>
            <a:br>
              <a:rPr lang="ar-MA" sz="800" dirty="0"/>
            </a:br>
            <a:r>
              <a:rPr lang="ar-MA" sz="800" dirty="0"/>
              <a:t>        </a:t>
            </a:r>
            <a:r>
              <a:rPr lang="fr-FR" sz="800" dirty="0"/>
              <a:t>border-collapse: collapse;</a:t>
            </a:r>
            <a:br>
              <a:rPr lang="fr-FR" sz="800" dirty="0"/>
            </a:br>
            <a:r>
              <a:rPr lang="fr-FR" sz="800" dirty="0"/>
              <a:t>    }</a:t>
            </a:r>
            <a:br>
              <a:rPr lang="fr-FR" sz="800" dirty="0"/>
            </a:br>
            <a:r>
              <a:rPr lang="fr-FR" sz="800" dirty="0"/>
              <a:t>    th, td {</a:t>
            </a:r>
            <a:br>
              <a:rPr lang="fr-FR" sz="800" dirty="0"/>
            </a:br>
            <a:r>
              <a:rPr lang="fr-FR" sz="800" dirty="0"/>
              <a:t>        border: 1px </a:t>
            </a:r>
            <a:r>
              <a:rPr lang="fr-FR" sz="800" dirty="0" err="1"/>
              <a:t>solid</a:t>
            </a:r>
            <a:r>
              <a:rPr lang="fr-FR" sz="800" dirty="0"/>
              <a:t> #fdbb05;</a:t>
            </a:r>
            <a:br>
              <a:rPr lang="fr-FR" sz="800" dirty="0"/>
            </a:br>
            <a:r>
              <a:rPr lang="fr-FR" sz="800" dirty="0"/>
              <a:t>        </a:t>
            </a:r>
            <a:r>
              <a:rPr lang="fr-FR" sz="800" dirty="0" err="1"/>
              <a:t>padding</a:t>
            </a:r>
            <a:r>
              <a:rPr lang="fr-FR" sz="800" dirty="0"/>
              <a:t>: 10px;</a:t>
            </a:r>
            <a:br>
              <a:rPr lang="fr-FR" sz="800" dirty="0"/>
            </a:br>
            <a:r>
              <a:rPr lang="fr-FR" sz="800" dirty="0"/>
              <a:t>        </a:t>
            </a:r>
            <a:r>
              <a:rPr lang="fr-FR" sz="800" dirty="0" err="1"/>
              <a:t>text-align</a:t>
            </a:r>
            <a:r>
              <a:rPr lang="fr-FR" sz="800" dirty="0"/>
              <a:t>: center; /* </a:t>
            </a:r>
            <a:r>
              <a:rPr lang="ar-MA" sz="800" dirty="0"/>
              <a:t>لتوسيط النصوص داخل الخلايا نفسها */</a:t>
            </a:r>
            <a:br>
              <a:rPr lang="ar-MA" sz="800" dirty="0"/>
            </a:br>
            <a:r>
              <a:rPr lang="ar-MA" sz="800" dirty="0"/>
              <a:t>    }</a:t>
            </a:r>
            <a:br>
              <a:rPr lang="ar-MA" sz="800" dirty="0"/>
            </a:br>
            <a:r>
              <a:rPr lang="ar-MA" sz="800" dirty="0"/>
              <a:t>&lt;/</a:t>
            </a:r>
            <a:r>
              <a:rPr lang="fr-FR" sz="800" dirty="0"/>
              <a:t>style&gt; </a:t>
            </a:r>
            <a:br>
              <a:rPr lang="fr-FR" sz="800" dirty="0"/>
            </a:br>
            <a:r>
              <a:rPr lang="fr-FR" sz="800" dirty="0"/>
              <a:t>&lt;div class="container"&gt;</a:t>
            </a:r>
            <a:br>
              <a:rPr lang="fr-FR" sz="800" dirty="0"/>
            </a:br>
            <a:r>
              <a:rPr lang="fr-FR" sz="800" dirty="0"/>
              <a:t>        </a:t>
            </a:r>
            <a:br>
              <a:rPr lang="fr-FR" sz="800" dirty="0"/>
            </a:br>
            <a:r>
              <a:rPr lang="fr-FR" sz="800" dirty="0"/>
              <a:t>        &lt;h3&gt;</a:t>
            </a:r>
            <a:r>
              <a:rPr lang="ar-MA" sz="800" dirty="0"/>
              <a:t>أمثلة على الأزرار في موقعك:&lt;/</a:t>
            </a:r>
            <a:r>
              <a:rPr lang="fr-FR" sz="800" dirty="0"/>
              <a:t>h3&gt;</a:t>
            </a:r>
            <a:br>
              <a:rPr lang="fr-FR" sz="800" dirty="0"/>
            </a:br>
            <a:r>
              <a:rPr lang="fr-FR" sz="800" dirty="0"/>
              <a:t>        </a:t>
            </a:r>
            <a:br>
              <a:rPr lang="fr-FR" sz="800" dirty="0"/>
            </a:br>
            <a:r>
              <a:rPr lang="fr-FR" sz="800" dirty="0"/>
              <a:t>        &lt;</a:t>
            </a:r>
            <a:r>
              <a:rPr lang="fr-FR" sz="800" dirty="0" err="1"/>
              <a:t>button</a:t>
            </a:r>
            <a:r>
              <a:rPr lang="fr-FR" sz="800" dirty="0"/>
              <a:t> class="</a:t>
            </a:r>
            <a:r>
              <a:rPr lang="fr-FR" sz="800" dirty="0" err="1"/>
              <a:t>my-button</a:t>
            </a:r>
            <a:r>
              <a:rPr lang="fr-FR" sz="800" dirty="0"/>
              <a:t>"&gt;</a:t>
            </a:r>
            <a:r>
              <a:rPr lang="ar-MA" sz="800" dirty="0"/>
              <a:t>زر احترافي&lt;/</a:t>
            </a:r>
            <a:r>
              <a:rPr lang="fr-FR" sz="800" dirty="0" err="1"/>
              <a:t>button</a:t>
            </a:r>
            <a:r>
              <a:rPr lang="fr-FR" sz="800" dirty="0"/>
              <a:t>&gt;</a:t>
            </a:r>
            <a:br>
              <a:rPr lang="fr-FR" sz="800" dirty="0"/>
            </a:br>
            <a:r>
              <a:rPr lang="fr-FR" sz="800" dirty="0"/>
              <a:t>        </a:t>
            </a:r>
            <a:br>
              <a:rPr lang="fr-FR" sz="800" dirty="0"/>
            </a:br>
            <a:r>
              <a:rPr lang="fr-FR" sz="800" dirty="0"/>
              <a:t>    &lt;/div&gt;</a:t>
            </a:r>
            <a:br>
              <a:rPr lang="fr-FR" sz="800" dirty="0"/>
            </a:br>
            <a:r>
              <a:rPr lang="fr-FR" sz="800" dirty="0"/>
              <a:t>&lt;/body&gt;</a:t>
            </a:r>
            <a:br>
              <a:rPr lang="fr-FR" sz="800" dirty="0"/>
            </a:br>
            <a:r>
              <a:rPr lang="fr-FR" sz="800" dirty="0"/>
              <a:t>&lt;/html&gt;</a:t>
            </a:r>
            <a:br>
              <a:rPr lang="fr-FR" sz="800" dirty="0"/>
            </a:br>
            <a:endParaRPr lang="ar-MA" sz="800" dirty="0"/>
          </a:p>
        </p:txBody>
      </p:sp>
      <p:sp>
        <p:nvSpPr>
          <p:cNvPr id="4" name="Rectangle 3"/>
          <p:cNvSpPr/>
          <p:nvPr/>
        </p:nvSpPr>
        <p:spPr>
          <a:xfrm>
            <a:off x="3048000" y="-29026038"/>
            <a:ext cx="6096000" cy="649100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err="1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err="1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rtl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err="1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viewport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err="1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err="1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device-width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, initial-</a:t>
            </a:r>
            <a:r>
              <a:rPr lang="fr-FR" b="0" dirty="0" err="1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scale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=1.0"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err="1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"style.css"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projet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هنا قمنا بتجميع كل العناوين معاً وفصلنا بينها بفاصلة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h4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ar-MA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إضافة جدول</a:t>
            </a:r>
            <a:r>
              <a:rPr lang="ar-MA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تنسيق بسيط لجعل الجدول يبدو جميلاً ومرتباً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50%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border-collapse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collapse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دمج الحدود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-top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fr-FR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ddd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8px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#f2f2f2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لون خلفية رأس الجدول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ar-MA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ar-MA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إضافة جدول</a:t>
            </a:r>
            <a:r>
              <a:rPr lang="ar-MA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تنسيق بسيط لجعل الجدول يبدو جميلاً ومرتباً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50%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border-collapse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collapse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دمج الحدود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-top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fr-FR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ddd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8px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#f2f2f2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لون خلفية رأس الجدول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ar-MA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ar-MA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س</a:t>
            </a:r>
            <a:r>
              <a:rPr lang="ar-MA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body {</a:t>
            </a: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background-</a:t>
            </a:r>
            <a:r>
              <a:rPr lang="fr-FR" b="0" dirty="0" err="1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#1a1a1a; /* </a:t>
            </a:r>
            <a:r>
              <a:rPr lang="ar-MA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لون خلفية رمادي غامق (</a:t>
            </a:r>
            <a:r>
              <a:rPr lang="fr-FR" b="0" dirty="0" err="1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Dark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Mode) */</a:t>
            </a: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err="1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white;              /* </a:t>
            </a:r>
            <a:r>
              <a:rPr lang="ar-MA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تغيير لون الخط للأبيض ليظهر بوضوح */</a:t>
            </a:r>
          </a:p>
          <a:p>
            <a:r>
              <a:rPr lang="ar-MA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ar-MA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لون خلفية رمادي غامق (</a:t>
            </a:r>
            <a:r>
              <a:rPr lang="fr-FR" b="0" dirty="0" err="1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Dark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Mode) */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fr-FR" b="0" dirty="0" err="1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fr-FR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             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تغيير لون الخط للأبيض ليظهر بوضوح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ar-MA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لتوسيط الأزرار في منتصف الشاشة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ar-MA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container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-top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تنسيق الزر وتلوينه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ar-MA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my-button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#4CAF50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لون الخلفية (أخضر)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           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لون النص داخل الزر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12px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24px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     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المساحة الداخلية (حجم الزر)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16px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         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حجم الخط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           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إزالة الحدود الافتراضية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8px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     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جعل زوايا الزر دائرية ومنحنية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pointer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         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تحويل شكل الماوس إلى يد عند الوقوف عليه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transition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0.3s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       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سلاسة عند تغيير اللون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ar-MA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تأثير رائع عند مرور الماوس فوق الزر (</a:t>
            </a:r>
            <a:r>
              <a:rPr lang="fr-FR" b="0" dirty="0" err="1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Hover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) */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my-button:hover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#45a049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يصبح اللون الأخضر أغمق قليلاً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ar-MA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"https://www.gmail.com"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"_</a:t>
            </a:r>
            <a:r>
              <a:rPr lang="fr-FR" b="0" dirty="0" err="1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blank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ar-MA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الانتقال إلى </a:t>
            </a:r>
            <a:r>
              <a:rPr lang="ar-MA" b="0" dirty="0" err="1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جمايل</a:t>
            </a:r>
            <a:r>
              <a:rPr lang="ar-MA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لتوسيط الأزرار في منتصف الشاشة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ar-MA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container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-top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تنسيق الزر وتلوينه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ar-MA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my-button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#4CAF50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لون الخلفية (أخضر)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           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لون النص داخل الزر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12px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24px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     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المساحة الداخلية (حجم الزر)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16px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         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حجم الخط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           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إزالة الحدود الافتراضية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8px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     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جعل زوايا الزر دائرية ومنحنية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pointer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         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تحويل شكل الماوس إلى يد عند الوقوف عليه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transition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0.3s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       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سلاسة عند تغيير اللون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ar-MA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تأثير رائع عند مرور الماوس فوق الزر (</a:t>
            </a:r>
            <a:r>
              <a:rPr lang="fr-FR" b="0" dirty="0" err="1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Hover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) */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my-button:hover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#45a049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يصبح اللون الأخضر أغمق قليلاً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ar-MA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"https://www.gmail.com"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"_</a:t>
            </a:r>
            <a:r>
              <a:rPr lang="fr-FR" b="0" dirty="0" err="1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blank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ar-MA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الانتقال إلى جوجل</a:t>
            </a:r>
            <a:r>
              <a:rPr lang="ar-MA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                                         </a:t>
            </a:r>
          </a:p>
          <a:p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bonjour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This </a:t>
            </a:r>
            <a:r>
              <a:rPr lang="fr-FR" b="0" dirty="0" err="1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fr-FR" b="0" dirty="0" err="1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website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for engineering on </a:t>
            </a:r>
            <a:r>
              <a:rPr lang="fr-FR" b="0" dirty="0" err="1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electronic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paper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&lt;!--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العنوان (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h3) --&gt;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   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lang="fr-FR" b="0" dirty="0" err="1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schedule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&lt;!--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الجدول (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table)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يكتب هنا منفصلاً تحت العنوان --&gt;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ar-MA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thead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err="1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Material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Day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thead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tbody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err="1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Programming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err="1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Sunday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10:00 AM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Design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Tuesday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01:00 PM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tbody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h4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lang="fr-FR" b="0" dirty="0" err="1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schedule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h4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&lt;!--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الجدول (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table)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يكتب هنا منفصلاً تحت العنوان --&gt;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ar-MA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thead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Daily issue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err="1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Programming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Design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thead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tbody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err="1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....................................................................................................................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....................................................................................................................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....................................................................................................................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....................................................................................................................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tbody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60%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يفضل تحديد عرض للجدول ليظهر التوسط بوضوح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هذا السطر هو السحر الذي يضعه في المنتصف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border-collapse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collapse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smtClean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#fdbb05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fr-FR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fr-FR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ar-MA" b="0" dirty="0" smtClean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لتوسيط النصوص داخل الخلايا نفسها */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  <a:endParaRPr lang="ar-MA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ar-MA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"container"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ar-MA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أمثلة على الأزرار في موقعك:</a:t>
            </a:r>
            <a:r>
              <a:rPr lang="ar-MA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err="1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my-button</a:t>
            </a:r>
            <a:r>
              <a:rPr lang="fr-FR" b="0" dirty="0" smtClean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ar-MA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زر احترافي</a:t>
            </a:r>
            <a:r>
              <a:rPr lang="ar-MA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err="1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fr-FR" b="0" dirty="0" smtClean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 smtClean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 smtClean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fr-FR" b="0" dirty="0" smtClean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573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</Words>
  <Application>Microsoft Office PowerPoint</Application>
  <PresentationFormat>Grand écran</PresentationFormat>
  <Paragraphs>187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Consolas</vt:lpstr>
      <vt:lpstr>Times New Roman</vt:lpstr>
      <vt:lpstr>Thème Office</vt:lpstr>
      <vt:lpstr>&lt;!DOCTYPE html&gt; &lt;html lang="ar" dir="rtl"&gt; &lt;head&gt;     &lt;meta charset="UTF-8"&gt;     &lt;meta name="viewport" content="width=device-width, initial-scale=1.0"&gt;     &lt;link rel="stylesheet" href="style.css"/&gt;     &lt;title&gt;projet&lt;/title&gt;    &lt;style&gt;         /* هنا قمنا بتجميع كل العناوين معاً وفصلنا بينها بفاصلة */         h1, h2, h3, h4 {             text-align: center;         }     &lt;/style&gt;     &lt;title&gt;إضافة جدول&lt;/title&gt;     &lt;style&gt;         /* تنسيق بسيط لجعل الجدول يبدو جميلاً ومرتباً */         table {             width: 50%;             border-collapse: collapse; /* دمج الحدود */             margin-top: 10px;         }         th, td {             border: 1px solid #ddd;             padding: 8px;             margin: 20px auto;         }         th {             background-color: #f2f2f2; /* لون خلفية رأس الجدول */         }     &lt;/style&gt;      &lt;style&gt;     h1, h2 {             text-align: center;         }     &lt;/style&gt;     &lt;title&gt;إضافة جدول&lt;/title&gt;     &lt;style&gt;         /* تنسيق بسيط لجعل الجدول يبدو جميلاً ومرتباً */         table {             width: 50%;             border-collapse: collapse; /* دمج الحدود */             margin-top: 10px;         }         th, td {             border: 1px solid #ddd;             padding: 8px;             margin: 20px auto;         }         th {             background-color: #f2f2f2; /* لون خلفية رأس الجدول */         }     &lt;/style&gt;     &lt;س&gt;         body {             background-color: #1a1a1a; /* لون خلفية رمادي غامق (Dark Mode) */             color: white;              /* تغيير لون الخط للأبيض ليظهر بوضوح */         } &lt;style&gt;         body {             background-color: white; /* لون خلفية رمادي غامق (Dark Mode) */             color:black;              /* تغيير لون الخط للأبيض ليظهر بوضوح */         }     &lt;/style&gt;     &lt;style&gt;         /* لتوسيط الأزرار في منتصف الشاشة */         .container {             text-align: center;             margin-top: 50px;         }          /* تنسيق الزر وتلوينه */         .my-button {             background-color: #4CAF50; /* لون الخلفية (أخضر) */             color: white;             /* لون النص داخل الزر */             padding: 12px 24px;       /* المساحة الداخلية (حجم الزر) */             font-size: 16px;          /* حجم الخط */             border: none;             /* إزالة الحدود الافتراضية */             border-radius: 8px;       /* جعل زوايا الزر دائرية ومنحنية */             cursor: pointer;          /* تحويل شكل الماوس إلى يد عند الوقوف عليه */             transition: 0.3s;         /* سلاسة عند تغيير اللون */         }          /* تأثير رائع عند مرور الماوس فوق الزر (Hover) */         .my-button:hover {             background-color: #45a049; /* يصبح اللون الأخضر أغمق قليلاً */         }     &lt;/style&gt;    &lt;a href="https://www.gmail.com" target="_blank"&gt;     &lt;button&gt;الانتقال إلى جمايل&lt;/button&gt; &lt;/a&gt; &lt;style&gt;         /* لتوسيط الأزرار في منتصف الشاشة */         .container {             text-align: center;             margin-top: 50px;         }          /* تنسيق الزر وتلوينه */         .my-button {             background-color: #4CAF50; /* لون الخلفية (أخضر) */             color: white;             /* لون النص داخل الزر */             padding: 12px 24px;       /* المساحة الداخلية (حجم الزر) */             font-size: 16px;          /* حجم الخط */             border: none;             /* إزالة الحدود الافتراضية */             border-radius: 8px;       /* جعل زوايا الزر دائرية ومنحنية */             cursor: pointer;          /* تحويل شكل الماوس إلى يد عند الوقوف عليه */             transition: 0.3s;         /* سلاسة عند تغيير اللون */         }          /* تأثير رائع عند مرور الماوس فوق الزر (Hover) */         .my-button:hover {             background-color: #45a049; /* يصبح اللون الأخضر أغمق قليلاً */         }     &lt;/style&gt;     &lt;a href="https://www.gmail.com" target="_blank"&gt;     &lt;button&gt;الانتقال إلى جوجل&lt;/button&gt; &lt;/a&gt; &lt;/head&gt;                                                &lt;body&gt;                                   &lt;h1&gt;  bonjour&lt;/h1&gt;              &lt;h2&gt; This is a website for engineering on electronic paper.&lt;/h2&gt;                &lt;!-- العنوان (h3) --&gt;                              &lt;h3&gt;Class schedule:&lt;/h3&gt;     &lt;!-- الجدول (table) يكتب هنا منفصلاً تحت العنوان --&gt;     &lt;table&gt;         &lt;thead&gt;             &lt;tr&gt;                 &lt;th&gt;Material&lt;/th&gt;                 &lt;th&gt;Day&lt;/th&gt;                 &lt;th&gt;Time&lt;/th&gt;             &lt;/tr&gt;         &lt;/thead&gt;         &lt;tbody&gt;             &lt;tr&gt;                 &lt;td&gt;Programming&lt;/td&gt;                 &lt;td&gt;Sunday&lt;/td&gt;                 &lt;td&gt;10:00 AM&lt;/td&gt;             &lt;/tr&gt;             &lt;tr&gt;                 &lt;td&gt;Design&lt;/td&gt;                 &lt;td&gt;Tuesday&lt;/td&gt;                 &lt;td&gt;01:00 PM&lt;/td&gt;             &lt;/tr&gt;         &lt;/tbody&gt;     &lt;/table&gt;                                 &lt;h4&gt;Class schedule:&lt;/h4&gt;     &lt;!-- الجدول (table) يكتب هنا منفصلاً تحت العنوان --&gt;     &lt;table&gt;         &lt;thead&gt;             &lt;tr&gt;                 &lt;th&gt;Daily issue&lt;/th&gt;                 &lt;th&gt;Programming&lt;/th&gt;                 &lt;th&gt;Design&lt;/th&gt;             &lt;/tr&gt;         &lt;/thead&gt;         &lt;tbody&gt;             &lt;tr&gt;                 &lt;td&gt;number&lt;/td&gt;                 &lt;td&gt;....................................................................................................................&lt;/td&gt;                 &lt;td&gt;....................................................................................................................&lt;/td&gt;             &lt;/tr&gt;             &lt;tr&gt;                 &lt;td&gt;time&lt;/td&gt;                 &lt;td&gt;....................................................................................................................&lt;/td&gt;                 &lt;td&gt;....................................................................................................................&lt;/td&gt;             &lt;/tr&gt;         &lt;/tbody&gt;     &lt;/table&gt;     &lt;style&gt;     table {         width: 60%; /* يفضل تحديد عرض للجدول ليظهر التوسط بوضوح */         margin: 20px auto; /* هذا السطر هو السحر الذي يضعه في المنتصف */         border-collapse: collapse;     }     th, td {         border: 1px solid #fdbb05;         padding: 10px;         text-align: center; /* لتوسيط النصوص داخل الخلايا نفسها */     } &lt;/style&gt;  &lt;div class="container"&gt;                  &lt;h3&gt;أمثلة على الأزرار في موقعك:&lt;/h3&gt;                  &lt;button class="my-button"&gt;زر احترافي&lt;/button&gt;              &lt;/div&gt; &lt;/body&gt; &lt;/html&gt;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pc</dc:creator>
  <cp:lastModifiedBy>pc</cp:lastModifiedBy>
  <cp:revision>3</cp:revision>
  <dcterms:created xsi:type="dcterms:W3CDTF">2026-05-31T12:02:03Z</dcterms:created>
  <dcterms:modified xsi:type="dcterms:W3CDTF">2026-05-31T12:06:28Z</dcterms:modified>
</cp:coreProperties>
</file>